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5" r:id="rId5"/>
    <p:sldId id="278" r:id="rId6"/>
    <p:sldId id="290" r:id="rId7"/>
    <p:sldId id="291" r:id="rId8"/>
    <p:sldId id="292" r:id="rId9"/>
    <p:sldId id="286" r:id="rId10"/>
    <p:sldId id="287" r:id="rId11"/>
    <p:sldId id="280" r:id="rId12"/>
    <p:sldId id="288" r:id="rId13"/>
    <p:sldId id="289"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client id="{746EE066-C99A-1548-0111-A8297267F854}" v="733" dt="2026-06-19T08:10:03.439"/>
    <p1510:client id="{86BCD85A-7972-A6FD-263D-01F0C6DCFF46}" v="8" dt="2026-06-19T08:02:34.666"/>
    <p1510:client id="{A6B9108B-7598-1D50-C4AA-8A38026DAEEF}" v="18" dt="2026-06-19T06:56:18.840"/>
    <p1510:client id="{F65B29D0-DD12-DDC3-5CE1-E2A91AABFDBA}" v="57" dt="2026-06-19T08:09:53.82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167" autoAdjust="0"/>
    <p:restoredTop sz="94660"/>
  </p:normalViewPr>
  <p:slideViewPr>
    <p:cSldViewPr snapToGrid="0">
      <p:cViewPr>
        <p:scale>
          <a:sx n="80" d="100"/>
          <a:sy n="80" d="100"/>
        </p:scale>
        <p:origin x="470" y="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del">
          <ac:chgData name="Aman Shrivastava" userId="S::ashrivastava@edunetfoundation.org::c21995ab-fa37-4cde-b5a3-dec0fb9e9a10" providerId="AD" clId="Web-{088AD18C-7811-B1E2-9ED5-57A1A5542DF6}" dt="2026-06-19T06:20:45.745" v="122"/>
          <ac:spMkLst>
            <pc:docMk/>
            <pc:sldMk cId="0" sldId="257"/>
            <ac:spMk id="2" creationId="{20FC1D0F-7927-693D-B3A8-BEEE7BBB2D18}"/>
          </ac:spMkLst>
        </pc:spChg>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pChg chg="add del mod">
          <ac:chgData name="Aman Shrivastava" userId="S::ashrivastava@edunetfoundation.org::c21995ab-fa37-4cde-b5a3-dec0fb9e9a10" providerId="AD" clId="Web-{088AD18C-7811-B1E2-9ED5-57A1A5542DF6}" dt="2026-06-19T06:24:02.481" v="214"/>
          <ac:spMkLst>
            <pc:docMk/>
            <pc:sldMk cId="0" sldId="257"/>
            <ac:spMk id="5" creationId="{8CF059D9-DCD7-9C47-2E79-C5986ADDD187}"/>
          </ac:spMkLst>
        </pc:spChg>
        <pc:spChg chg="add del mod">
          <ac:chgData name="Aman Shrivastava" userId="S::ashrivastava@edunetfoundation.org::c21995ab-fa37-4cde-b5a3-dec0fb9e9a10" providerId="AD" clId="Web-{088AD18C-7811-B1E2-9ED5-57A1A5542DF6}" dt="2026-06-19T06:24:33.481" v="246"/>
          <ac:spMkLst>
            <pc:docMk/>
            <pc:sldMk cId="0" sldId="257"/>
            <ac:spMk id="6" creationId="{351EC9F7-1007-D29E-338A-EEE56747ED3E}"/>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picChg chg="del">
          <ac:chgData name="Aman Shrivastava" userId="S::ashrivastava@edunetfoundation.org::c21995ab-fa37-4cde-b5a3-dec0fb9e9a10" providerId="AD" clId="Web-{088AD18C-7811-B1E2-9ED5-57A1A5542DF6}" dt="2026-06-19T06:15:23.585" v="76"/>
          <ac:picMkLst>
            <pc:docMk/>
            <pc:sldMk cId="0" sldId="262"/>
            <ac:picMk id="178" creationId="{00000000-0000-0000-0000-000000000000}"/>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del mod">
          <ac:chgData name="Aman Shrivastava" userId="S::ashrivastava@edunetfoundation.org::c21995ab-fa37-4cde-b5a3-dec0fb9e9a10" providerId="AD" clId="Web-{088AD18C-7811-B1E2-9ED5-57A1A5542DF6}" dt="2026-06-19T06:18:45.275" v="79"/>
          <ac:picMkLst>
            <pc:docMk/>
            <pc:sldMk cId="2115484872" sldId="277"/>
            <ac:picMk id="2" creationId="{E9DB3200-E2EC-A058-B02D-E1510060484E}"/>
          </ac:picMkLst>
        </pc:picChg>
        <pc:picChg chg="del">
          <ac:chgData name="Aman Shrivastava" userId="S::ashrivastava@edunetfoundation.org::c21995ab-fa37-4cde-b5a3-dec0fb9e9a10" providerId="AD" clId="Web-{088AD18C-7811-B1E2-9ED5-57A1A5542DF6}" dt="2026-06-19T06:18:46.790" v="80"/>
          <ac:picMkLst>
            <pc:docMk/>
            <pc:sldMk cId="2115484872" sldId="277"/>
            <ac:picMk id="3" creationId="{03614573-D426-9337-9C0E-5207B9123920}"/>
          </ac:picMkLst>
        </pc:pic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inkChg chg="add del">
          <ac:chgData name="Aman Shrivastava" userId="S::ashrivastava@edunetfoundation.org::c21995ab-fa37-4cde-b5a3-dec0fb9e9a10" providerId="AD" clId="Web-{088AD18C-7811-B1E2-9ED5-57A1A5542DF6}" dt="2026-06-19T05:51:50.431" v="39"/>
          <ac:inkMkLst>
            <pc:docMk/>
            <pc:sldMk cId="2115484872" sldId="277"/>
            <ac:inkMk id="4" creationId="{339FEE3F-7BE8-8E7A-6A09-16BCB25AB1EE}"/>
          </ac:inkMkLst>
        </pc:inkChg>
        <pc:inkChg chg="add del">
          <ac:chgData name="Aman Shrivastava" userId="S::ashrivastava@edunetfoundation.org::c21995ab-fa37-4cde-b5a3-dec0fb9e9a10" providerId="AD" clId="Web-{088AD18C-7811-B1E2-9ED5-57A1A5542DF6}" dt="2026-06-19T05:52:04.134" v="45"/>
          <ac:inkMkLst>
            <pc:docMk/>
            <pc:sldMk cId="2115484872" sldId="277"/>
            <ac:inkMk id="6" creationId="{A89955C5-BB88-2BD8-C3DC-B49AE1FA753F}"/>
          </ac:inkMkLst>
        </pc:inkChg>
        <pc:inkChg chg="add del">
          <ac:chgData name="Aman Shrivastava" userId="S::ashrivastava@edunetfoundation.org::c21995ab-fa37-4cde-b5a3-dec0fb9e9a10" providerId="AD" clId="Web-{088AD18C-7811-B1E2-9ED5-57A1A5542DF6}" dt="2026-06-19T05:52:03.634" v="44"/>
          <ac:inkMkLst>
            <pc:docMk/>
            <pc:sldMk cId="2115484872" sldId="277"/>
            <ac:inkMk id="7" creationId="{215511CE-958D-7751-754D-0682F725A052}"/>
          </ac:inkMkLst>
        </pc:inkChg>
        <pc:inkChg chg="add del">
          <ac:chgData name="Aman Shrivastava" userId="S::ashrivastava@edunetfoundation.org::c21995ab-fa37-4cde-b5a3-dec0fb9e9a10" providerId="AD" clId="Web-{088AD18C-7811-B1E2-9ED5-57A1A5542DF6}" dt="2026-06-19T05:52:03.275" v="43"/>
          <ac:inkMkLst>
            <pc:docMk/>
            <pc:sldMk cId="2115484872" sldId="277"/>
            <ac:inkMk id="8" creationId="{54C6AFEC-9CCE-EC84-7FBE-A4154B140DC8}"/>
          </ac:inkMkLst>
        </pc:inkChg>
        <pc:inkChg chg="add del">
          <ac:chgData name="Aman Shrivastava" userId="S::ashrivastava@edunetfoundation.org::c21995ab-fa37-4cde-b5a3-dec0fb9e9a10" providerId="AD" clId="Web-{088AD18C-7811-B1E2-9ED5-57A1A5542DF6}" dt="2026-06-19T06:18:51.150" v="81"/>
          <ac:inkMkLst>
            <pc:docMk/>
            <pc:sldMk cId="2115484872" sldId="277"/>
            <ac:inkMk id="9" creationId="{4288BD03-6EE6-7ADE-E088-246DCEBA2D0E}"/>
          </ac:inkMkLst>
        </pc:inkChg>
        <pc:inkChg chg="add del">
          <ac:chgData name="Aman Shrivastava" userId="S::ashrivastava@edunetfoundation.org::c21995ab-fa37-4cde-b5a3-dec0fb9e9a10" providerId="AD" clId="Web-{088AD18C-7811-B1E2-9ED5-57A1A5542DF6}" dt="2026-06-19T06:18:53.494" v="82"/>
          <ac:inkMkLst>
            <pc:docMk/>
            <pc:sldMk cId="2115484872" sldId="277"/>
            <ac:inkMk id="10" creationId="{64412BAE-99D1-29B6-F8E0-FFAEAC5EF7CE}"/>
          </ac:inkMkLst>
        </pc:inkChg>
        <pc:inkChg chg="add del">
          <ac:chgData name="Aman Shrivastava" userId="S::ashrivastava@edunetfoundation.org::c21995ab-fa37-4cde-b5a3-dec0fb9e9a10" providerId="AD" clId="Web-{088AD18C-7811-B1E2-9ED5-57A1A5542DF6}" dt="2026-06-19T06:06:19.409" v="69"/>
          <ac:inkMkLst>
            <pc:docMk/>
            <pc:sldMk cId="2115484872" sldId="277"/>
            <ac:inkMk id="11" creationId="{75A70817-4D26-F5D5-7B43-3BF146ADCFA3}"/>
          </ac:inkMkLst>
        </pc:ink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del">
          <ac:chgData name="Aman Shrivastava" userId="S::ashrivastava@edunetfoundation.org::c21995ab-fa37-4cde-b5a3-dec0fb9e9a10" providerId="AD" clId="Web-{088AD18C-7811-B1E2-9ED5-57A1A5542DF6}" dt="2026-06-19T06:09:56.270" v="70"/>
          <ac:picMkLst>
            <pc:docMk/>
            <pc:sldMk cId="2772501912" sldId="279"/>
            <ac:picMk id="3" creationId="{11BF3590-52D3-DC9D-2C84-E66D9597D77D}"/>
          </ac:picMkLst>
        </pc:picChg>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
        <pc:chgData name="Aman Shrivastava" userId="S::ashrivastava@edunetfoundation.org::c21995ab-fa37-4cde-b5a3-dec0fb9e9a10" providerId="AD" clId="Web-{088AD18C-7811-B1E2-9ED5-57A1A5542DF6}" dt="2026-06-19T06:28:32.545" v="260"/>
        <pc:sldMkLst>
          <pc:docMk/>
          <pc:sldMk cId="4218467252" sldId="284"/>
        </pc:sldMkLst>
        <pc:inkChg chg="add">
          <ac:chgData name="Aman Shrivastava" userId="S::ashrivastava@edunetfoundation.org::c21995ab-fa37-4cde-b5a3-dec0fb9e9a10" providerId="AD" clId="Web-{088AD18C-7811-B1E2-9ED5-57A1A5542DF6}" dt="2026-06-19T06:02:12.187" v="49"/>
          <ac:inkMkLst>
            <pc:docMk/>
            <pc:sldMk cId="4218467252" sldId="284"/>
            <ac:inkMk id="4" creationId="{022D0B6B-16B4-5876-55B2-3ACEECC98828}"/>
          </ac:inkMkLst>
        </pc:ink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pChg chg="add del">
          <ac:chgData name="Aman Shrivastava" userId="S::ashrivastava@edunetfoundation.org::c21995ab-fa37-4cde-b5a3-dec0fb9e9a10" providerId="AD" clId="Web-{088AD18C-7811-B1E2-9ED5-57A1A5542DF6}" dt="2026-06-19T05:52:06.978" v="46"/>
          <ac:spMkLst>
            <pc:docMk/>
            <pc:sldMk cId="2605851928" sldId="287"/>
            <ac:spMk id="2" creationId="{22776EB6-691D-8F86-ABF4-9D27BDFB77FE}"/>
          </ac:spMkLst>
        </pc:spChg>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del">
          <ac:chgData name="Aman Shrivastava" userId="S::ashrivastava@edunetfoundation.org::c21995ab-fa37-4cde-b5a3-dec0fb9e9a10" providerId="AD" clId="Web-{088AD18C-7811-B1E2-9ED5-57A1A5542DF6}" dt="2026-06-19T05:41:05.877" v="1"/>
          <ac:spMkLst>
            <pc:docMk/>
            <pc:sldMk cId="1229047658" sldId="288"/>
            <ac:spMk id="2" creationId="{DF28AC7D-07EA-A945-E96E-15036A9DB45D}"/>
          </ac:spMkLst>
        </pc:spChg>
        <pc:spChg chg="del">
          <ac:chgData name="Aman Shrivastava" userId="S::ashrivastava@edunetfoundation.org::c21995ab-fa37-4cde-b5a3-dec0fb9e9a10" providerId="AD" clId="Web-{088AD18C-7811-B1E2-9ED5-57A1A5542DF6}" dt="2026-06-19T05:41:09.174" v="2"/>
          <ac:spMkLst>
            <pc:docMk/>
            <pc:sldMk cId="1229047658" sldId="288"/>
            <ac:spMk id="3" creationId="{6E0CE283-F2CE-BB1E-A169-02FBC85A94BA}"/>
          </ac:spMkLst>
        </pc:spChg>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picChg chg="add mod">
          <ac:chgData name="Aman Shrivastava" userId="S::ashrivastava@edunetfoundation.org::c21995ab-fa37-4cde-b5a3-dec0fb9e9a10" providerId="AD" clId="Web-{088AD18C-7811-B1E2-9ED5-57A1A5542DF6}" dt="2026-06-19T05:48:40.427" v="14" actId="14100"/>
          <ac:picMkLst>
            <pc:docMk/>
            <pc:sldMk cId="1229047658" sldId="288"/>
            <ac:picMk id="4" creationId="{AD88C341-1F2F-9B6F-593F-2917E7E23DCB}"/>
          </ac:picMkLst>
        </pc:picChg>
        <pc:picChg chg="add mod">
          <ac:chgData name="Aman Shrivastava" userId="S::ashrivastava@edunetfoundation.org::c21995ab-fa37-4cde-b5a3-dec0fb9e9a10" providerId="AD" clId="Web-{088AD18C-7811-B1E2-9ED5-57A1A5542DF6}" dt="2026-06-19T05:48:32.318" v="12" actId="14100"/>
          <ac:picMkLst>
            <pc:docMk/>
            <pc:sldMk cId="1229047658" sldId="288"/>
            <ac:picMk id="5" creationId="{78BE1AD4-7C9B-6215-1BD9-9999437CD770}"/>
          </ac:picMkLst>
        </pc:picChg>
      </pc:sldChg>
    </pc:docChg>
  </pc:docChgLst>
  <pc:docChgLst>
    <pc:chgData name="Aswini Kumar Motapothula" userId="S::aswinikumar@edunetfoundation.org::8849ae8d-bc89-4217-899c-9440ffcae5bb" providerId="AD" clId="Web-{F65B29D0-DD12-DDC3-5CE1-E2A91AABFDBA}"/>
    <pc:docChg chg="modSld">
      <pc:chgData name="Aswini Kumar Motapothula" userId="S::aswinikumar@edunetfoundation.org::8849ae8d-bc89-4217-899c-9440ffcae5bb" providerId="AD" clId="Web-{F65B29D0-DD12-DDC3-5CE1-E2A91AABFDBA}" dt="2026-06-19T08:09:39.201" v="41" actId="20577"/>
      <pc:docMkLst>
        <pc:docMk/>
      </pc:docMkLst>
      <pc:sldChg chg="modSp">
        <pc:chgData name="Aswini Kumar Motapothula" userId="S::aswinikumar@edunetfoundation.org::8849ae8d-bc89-4217-899c-9440ffcae5bb" providerId="AD" clId="Web-{F65B29D0-DD12-DDC3-5CE1-E2A91AABFDBA}" dt="2026-06-19T08:09:39.201" v="41" actId="20577"/>
        <pc:sldMkLst>
          <pc:docMk/>
          <pc:sldMk cId="2136706720" sldId="280"/>
        </pc:sldMkLst>
        <pc:spChg chg="mod">
          <ac:chgData name="Aswini Kumar Motapothula" userId="S::aswinikumar@edunetfoundation.org::8849ae8d-bc89-4217-899c-9440ffcae5bb" providerId="AD" clId="Web-{F65B29D0-DD12-DDC3-5CE1-E2A91AABFDBA}" dt="2026-06-19T08:09:39.201" v="41" actId="20577"/>
          <ac:spMkLst>
            <pc:docMk/>
            <pc:sldMk cId="2136706720" sldId="280"/>
            <ac:spMk id="279" creationId="{EAFA16CB-0A72-5AC5-69A0-ABF4A752B43F}"/>
          </ac:spMkLst>
        </pc:spChg>
      </pc:sldChg>
      <pc:sldChg chg="modSp">
        <pc:chgData name="Aswini Kumar Motapothula" userId="S::aswinikumar@edunetfoundation.org::8849ae8d-bc89-4217-899c-9440ffcae5bb" providerId="AD" clId="Web-{F65B29D0-DD12-DDC3-5CE1-E2A91AABFDBA}" dt="2026-06-19T08:04:30.126" v="9" actId="20577"/>
        <pc:sldMkLst>
          <pc:docMk/>
          <pc:sldMk cId="2952584201" sldId="282"/>
        </pc:sldMkLst>
        <pc:spChg chg="mod">
          <ac:chgData name="Aswini Kumar Motapothula" userId="S::aswinikumar@edunetfoundation.org::8849ae8d-bc89-4217-899c-9440ffcae5bb" providerId="AD" clId="Web-{F65B29D0-DD12-DDC3-5CE1-E2A91AABFDBA}" dt="2026-06-19T08:04:30.126" v="9" actId="20577"/>
          <ac:spMkLst>
            <pc:docMk/>
            <pc:sldMk cId="2952584201" sldId="282"/>
            <ac:spMk id="2" creationId="{C6F6745E-14BA-0766-CE1E-32E29663832D}"/>
          </ac:spMkLst>
        </pc:spChg>
      </pc:sldChg>
      <pc:sldChg chg="modSp">
        <pc:chgData name="Aswini Kumar Motapothula" userId="S::aswinikumar@edunetfoundation.org::8849ae8d-bc89-4217-899c-9440ffcae5bb" providerId="AD" clId="Web-{F65B29D0-DD12-DDC3-5CE1-E2A91AABFDBA}" dt="2026-06-19T08:07:04.914" v="24" actId="20577"/>
        <pc:sldMkLst>
          <pc:docMk/>
          <pc:sldMk cId="2290294991" sldId="285"/>
        </pc:sldMkLst>
        <pc:spChg chg="mod">
          <ac:chgData name="Aswini Kumar Motapothula" userId="S::aswinikumar@edunetfoundation.org::8849ae8d-bc89-4217-899c-9440ffcae5bb" providerId="AD" clId="Web-{F65B29D0-DD12-DDC3-5CE1-E2A91AABFDBA}" dt="2026-06-19T08:07:04.914" v="24" actId="20577"/>
          <ac:spMkLst>
            <pc:docMk/>
            <pc:sldMk cId="2290294991" sldId="285"/>
            <ac:spMk id="2" creationId="{4A1BF701-ABCA-4DF0-8330-B6AF71EF8E39}"/>
          </ac:spMkLst>
        </pc:spChg>
        <pc:spChg chg="mod">
          <ac:chgData name="Aswini Kumar Motapothula" userId="S::aswinikumar@edunetfoundation.org::8849ae8d-bc89-4217-899c-9440ffcae5bb" providerId="AD" clId="Web-{F65B29D0-DD12-DDC3-5CE1-E2A91AABFDBA}" dt="2026-06-19T08:06:54.757" v="20" actId="1076"/>
          <ac:spMkLst>
            <pc:docMk/>
            <pc:sldMk cId="2290294991" sldId="285"/>
            <ac:spMk id="3" creationId="{527F30CC-07EF-8FCC-DA00-C9212F5DAECE}"/>
          </ac:spMkLst>
        </pc:spChg>
      </pc:sldChg>
      <pc:sldChg chg="modSp">
        <pc:chgData name="Aswini Kumar Motapothula" userId="S::aswinikumar@edunetfoundation.org::8849ae8d-bc89-4217-899c-9440ffcae5bb" providerId="AD" clId="Web-{F65B29D0-DD12-DDC3-5CE1-E2A91AABFDBA}" dt="2026-06-19T08:08:22.761" v="35" actId="14100"/>
        <pc:sldMkLst>
          <pc:docMk/>
          <pc:sldMk cId="917964102" sldId="286"/>
        </pc:sldMkLst>
        <pc:spChg chg="mod">
          <ac:chgData name="Aswini Kumar Motapothula" userId="S::aswinikumar@edunetfoundation.org::8849ae8d-bc89-4217-899c-9440ffcae5bb" providerId="AD" clId="Web-{F65B29D0-DD12-DDC3-5CE1-E2A91AABFDBA}" dt="2026-06-19T08:08:22.761" v="35" actId="14100"/>
          <ac:spMkLst>
            <pc:docMk/>
            <pc:sldMk cId="917964102" sldId="286"/>
            <ac:spMk id="3" creationId="{ED65F54F-855A-0DB6-09A6-3212C5F7405B}"/>
          </ac:spMkLst>
        </pc:spChg>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del">
          <ac:chgData name="Aswini Kumar Motapothula" userId="S::aswinikumar@edunetfoundation.org::8849ae8d-bc89-4217-899c-9440ffcae5bb" providerId="AD" clId="Web-{0037A25B-DA5D-A37C-3B36-7F0977405ABF}" dt="2026-06-19T05:52:55.794" v="1"/>
          <ac:spMkLst>
            <pc:docMk/>
            <pc:sldMk cId="1229047658" sldId="288"/>
            <ac:spMk id="2" creationId="{AEE9AF93-8291-7FBB-4169-9C96AABF542F}"/>
          </ac:spMkLst>
        </pc:spChg>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picChg chg="mod">
          <ac:chgData name="Aswini Kumar Motapothula" userId="S::aswinikumar@edunetfoundation.org::8849ae8d-bc89-4217-899c-9440ffcae5bb" providerId="AD" clId="Web-{0037A25B-DA5D-A37C-3B36-7F0977405ABF}" dt="2026-06-19T05:54:10.419" v="46" actId="1076"/>
          <ac:picMkLst>
            <pc:docMk/>
            <pc:sldMk cId="1229047658" sldId="288"/>
            <ac:picMk id="4" creationId="{AD88C341-1F2F-9B6F-593F-2917E7E23DCB}"/>
          </ac:picMkLst>
        </pc:picChg>
        <pc:picChg chg="del mod">
          <ac:chgData name="Aswini Kumar Motapothula" userId="S::aswinikumar@edunetfoundation.org::8849ae8d-bc89-4217-899c-9440ffcae5bb" providerId="AD" clId="Web-{0037A25B-DA5D-A37C-3B36-7F0977405ABF}" dt="2026-06-19T05:54:19.904" v="49"/>
          <ac:picMkLst>
            <pc:docMk/>
            <pc:sldMk cId="1229047658" sldId="288"/>
            <ac:picMk id="5" creationId="{78BE1AD4-7C9B-6215-1BD9-9999437CD770}"/>
          </ac:picMkLst>
        </pc:pic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del">
          <ac:chgData name="Aswini Kumar Motapothula" userId="S::aswinikumar@edunetfoundation.org::8849ae8d-bc89-4217-899c-9440ffcae5bb" providerId="AD" clId="Web-{0037A25B-DA5D-A37C-3B36-7F0977405ABF}" dt="2026-06-19T05:54:27.466" v="53"/>
          <ac:spMkLst>
            <pc:docMk/>
            <pc:sldMk cId="2506610743" sldId="289"/>
            <ac:spMk id="2" creationId="{CB0171ED-6665-28B2-1F95-D5DB94297A27}"/>
          </ac:spMkLst>
        </pc:spChg>
        <pc:spChg chg="del">
          <ac:chgData name="Aswini Kumar Motapothula" userId="S::aswinikumar@edunetfoundation.org::8849ae8d-bc89-4217-899c-9440ffcae5bb" providerId="AD" clId="Web-{0037A25B-DA5D-A37C-3B36-7F0977405ABF}" dt="2026-06-19T05:54:30.450" v="54"/>
          <ac:spMkLst>
            <pc:docMk/>
            <pc:sldMk cId="2506610743" sldId="289"/>
            <ac:spMk id="3" creationId="{7D69201D-F352-BEC5-9310-979DE8898B63}"/>
          </ac:spMkLst>
        </pc:spChg>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docChgLst>
    <pc:chgData name="Aswini Kumar Motapothula" userId="S::aswinikumar@edunetfoundation.org::8849ae8d-bc89-4217-899c-9440ffcae5bb" providerId="AD" clId="Web-{86BCD85A-7972-A6FD-263D-01F0C6DCFF46}"/>
    <pc:docChg chg="modSld">
      <pc:chgData name="Aswini Kumar Motapothula" userId="S::aswinikumar@edunetfoundation.org::8849ae8d-bc89-4217-899c-9440ffcae5bb" providerId="AD" clId="Web-{86BCD85A-7972-A6FD-263D-01F0C6DCFF46}" dt="2026-06-19T08:02:34.666" v="7" actId="14100"/>
      <pc:docMkLst>
        <pc:docMk/>
      </pc:docMkLst>
      <pc:sldChg chg="modSp">
        <pc:chgData name="Aswini Kumar Motapothula" userId="S::aswinikumar@edunetfoundation.org::8849ae8d-bc89-4217-899c-9440ffcae5bb" providerId="AD" clId="Web-{86BCD85A-7972-A6FD-263D-01F0C6DCFF46}" dt="2026-06-19T08:02:34.666" v="7" actId="14100"/>
        <pc:sldMkLst>
          <pc:docMk/>
          <pc:sldMk cId="2952584201" sldId="282"/>
        </pc:sldMkLst>
        <pc:spChg chg="mod">
          <ac:chgData name="Aswini Kumar Motapothula" userId="S::aswinikumar@edunetfoundation.org::8849ae8d-bc89-4217-899c-9440ffcae5bb" providerId="AD" clId="Web-{86BCD85A-7972-A6FD-263D-01F0C6DCFF46}" dt="2026-06-19T08:02:34.666" v="7" actId="14100"/>
          <ac:spMkLst>
            <pc:docMk/>
            <pc:sldMk cId="2952584201" sldId="282"/>
            <ac:spMk id="2" creationId="{C6F6745E-14BA-0766-CE1E-32E29663832D}"/>
          </ac:spMkLst>
        </pc:spChg>
        <pc:spChg chg="mod">
          <ac:chgData name="Aswini Kumar Motapothula" userId="S::aswinikumar@edunetfoundation.org::8849ae8d-bc89-4217-899c-9440ffcae5bb" providerId="AD" clId="Web-{86BCD85A-7972-A6FD-263D-01F0C6DCFF46}" dt="2026-06-19T08:02:27.557" v="5" actId="1076"/>
          <ac:spMkLst>
            <pc:docMk/>
            <pc:sldMk cId="2952584201" sldId="282"/>
            <ac:spMk id="3" creationId="{3847FA31-EA47-D27A-9D69-AF50A3080AEC}"/>
          </ac:spMkLst>
        </pc:spChg>
      </pc:sldChg>
    </pc:docChg>
  </pc:docChgLst>
  <pc:docChgLst>
    <pc:chgData name="Aman Shrivastava" userId="S::ashrivastava@edunetfoundation.org::c21995ab-fa37-4cde-b5a3-dec0fb9e9a10" providerId="AD" clId="Web-{746EE066-C99A-1548-0111-A8297267F854}"/>
    <pc:docChg chg="addSld delSld modSld">
      <pc:chgData name="Aman Shrivastava" userId="S::ashrivastava@edunetfoundation.org::c21995ab-fa37-4cde-b5a3-dec0fb9e9a10" providerId="AD" clId="Web-{746EE066-C99A-1548-0111-A8297267F854}" dt="2026-06-19T08:03:40.452" v="526" actId="20577"/>
      <pc:docMkLst>
        <pc:docMk/>
      </pc:docMkLst>
      <pc:sldChg chg="addSp delSp modSp">
        <pc:chgData name="Aman Shrivastava" userId="S::ashrivastava@edunetfoundation.org::c21995ab-fa37-4cde-b5a3-dec0fb9e9a10" providerId="AD" clId="Web-{746EE066-C99A-1548-0111-A8297267F854}" dt="2026-06-19T07:33:24.112" v="275" actId="1076"/>
        <pc:sldMkLst>
          <pc:docMk/>
          <pc:sldMk cId="0" sldId="262"/>
        </pc:sldMkLst>
        <pc:spChg chg="mod">
          <ac:chgData name="Aman Shrivastava" userId="S::ashrivastava@edunetfoundation.org::c21995ab-fa37-4cde-b5a3-dec0fb9e9a10" providerId="AD" clId="Web-{746EE066-C99A-1548-0111-A8297267F854}" dt="2026-06-19T07:19:09.981" v="163" actId="20577"/>
          <ac:spMkLst>
            <pc:docMk/>
            <pc:sldMk cId="0" sldId="262"/>
            <ac:spMk id="2" creationId="{78578745-3233-E2C4-2AF4-55BA57C68D3F}"/>
          </ac:spMkLst>
        </pc:spChg>
        <pc:picChg chg="del">
          <ac:chgData name="Aman Shrivastava" userId="S::ashrivastava@edunetfoundation.org::c21995ab-fa37-4cde-b5a3-dec0fb9e9a10" providerId="AD" clId="Web-{746EE066-C99A-1548-0111-A8297267F854}" dt="2026-06-19T07:19:13.309" v="164"/>
          <ac:picMkLst>
            <pc:docMk/>
            <pc:sldMk cId="0" sldId="262"/>
            <ac:picMk id="3" creationId="{81932CE2-F219-0CA8-0102-55B8C682B8A2}"/>
          </ac:picMkLst>
        </pc:picChg>
        <pc:picChg chg="add del mod">
          <ac:chgData name="Aman Shrivastava" userId="S::ashrivastava@edunetfoundation.org::c21995ab-fa37-4cde-b5a3-dec0fb9e9a10" providerId="AD" clId="Web-{746EE066-C99A-1548-0111-A8297267F854}" dt="2026-06-19T07:29:54.157" v="233"/>
          <ac:picMkLst>
            <pc:docMk/>
            <pc:sldMk cId="0" sldId="262"/>
            <ac:picMk id="4" creationId="{0F696AEB-6B26-EBFD-A6E6-04C93CAD4B8C}"/>
          </ac:picMkLst>
        </pc:picChg>
        <pc:picChg chg="add del mod">
          <ac:chgData name="Aman Shrivastava" userId="S::ashrivastava@edunetfoundation.org::c21995ab-fa37-4cde-b5a3-dec0fb9e9a10" providerId="AD" clId="Web-{746EE066-C99A-1548-0111-A8297267F854}" dt="2026-06-19T07:29:56.517" v="237"/>
          <ac:picMkLst>
            <pc:docMk/>
            <pc:sldMk cId="0" sldId="262"/>
            <ac:picMk id="5" creationId="{F8CE1B1B-3500-D06D-3892-955863EE0956}"/>
          </ac:picMkLst>
        </pc:picChg>
        <pc:picChg chg="add del mod modCrop">
          <ac:chgData name="Aman Shrivastava" userId="S::ashrivastava@edunetfoundation.org::c21995ab-fa37-4cde-b5a3-dec0fb9e9a10" providerId="AD" clId="Web-{746EE066-C99A-1548-0111-A8297267F854}" dt="2026-06-19T07:29:56.517" v="236"/>
          <ac:picMkLst>
            <pc:docMk/>
            <pc:sldMk cId="0" sldId="262"/>
            <ac:picMk id="6" creationId="{F45CC5AC-2F8D-421D-1A37-7A9E76322E5D}"/>
          </ac:picMkLst>
        </pc:picChg>
        <pc:picChg chg="add del mod">
          <ac:chgData name="Aman Shrivastava" userId="S::ashrivastava@edunetfoundation.org::c21995ab-fa37-4cde-b5a3-dec0fb9e9a10" providerId="AD" clId="Web-{746EE066-C99A-1548-0111-A8297267F854}" dt="2026-06-19T07:29:56.517" v="235"/>
          <ac:picMkLst>
            <pc:docMk/>
            <pc:sldMk cId="0" sldId="262"/>
            <ac:picMk id="7" creationId="{69FDCDC6-90F3-79E6-2538-18F3B1941DB9}"/>
          </ac:picMkLst>
        </pc:picChg>
        <pc:picChg chg="add del mod">
          <ac:chgData name="Aman Shrivastava" userId="S::ashrivastava@edunetfoundation.org::c21995ab-fa37-4cde-b5a3-dec0fb9e9a10" providerId="AD" clId="Web-{746EE066-C99A-1548-0111-A8297267F854}" dt="2026-06-19T07:29:56.517" v="234"/>
          <ac:picMkLst>
            <pc:docMk/>
            <pc:sldMk cId="0" sldId="262"/>
            <ac:picMk id="8" creationId="{05863A03-B1E0-BE27-CF99-55E9060C4385}"/>
          </ac:picMkLst>
        </pc:picChg>
        <pc:picChg chg="add del mod">
          <ac:chgData name="Aman Shrivastava" userId="S::ashrivastava@edunetfoundation.org::c21995ab-fa37-4cde-b5a3-dec0fb9e9a10" providerId="AD" clId="Web-{746EE066-C99A-1548-0111-A8297267F854}" dt="2026-06-19T07:33:18.534" v="272"/>
          <ac:picMkLst>
            <pc:docMk/>
            <pc:sldMk cId="0" sldId="262"/>
            <ac:picMk id="9" creationId="{1716D2F2-E7B8-D486-127F-EAEF8FFF8A47}"/>
          </ac:picMkLst>
        </pc:picChg>
        <pc:picChg chg="add del mod modCrop">
          <ac:chgData name="Aman Shrivastava" userId="S::ashrivastava@edunetfoundation.org::c21995ab-fa37-4cde-b5a3-dec0fb9e9a10" providerId="AD" clId="Web-{746EE066-C99A-1548-0111-A8297267F854}" dt="2026-06-19T07:31:57.002" v="257"/>
          <ac:picMkLst>
            <pc:docMk/>
            <pc:sldMk cId="0" sldId="262"/>
            <ac:picMk id="10" creationId="{2025DD85-F610-635E-3EE7-1A0AFFF721A5}"/>
          </ac:picMkLst>
        </pc:picChg>
        <pc:picChg chg="add mod">
          <ac:chgData name="Aman Shrivastava" userId="S::ashrivastava@edunetfoundation.org::c21995ab-fa37-4cde-b5a3-dec0fb9e9a10" providerId="AD" clId="Web-{746EE066-C99A-1548-0111-A8297267F854}" dt="2026-06-19T07:33:24.112" v="275" actId="1076"/>
          <ac:picMkLst>
            <pc:docMk/>
            <pc:sldMk cId="0" sldId="262"/>
            <ac:picMk id="12" creationId="{EA32AEB0-3A3B-DE1A-F3F6-817D1B453D04}"/>
          </ac:picMkLst>
        </pc:picChg>
        <pc:cxnChg chg="add del">
          <ac:chgData name="Aman Shrivastava" userId="S::ashrivastava@edunetfoundation.org::c21995ab-fa37-4cde-b5a3-dec0fb9e9a10" providerId="AD" clId="Web-{746EE066-C99A-1548-0111-A8297267F854}" dt="2026-06-19T07:33:20.831" v="273"/>
          <ac:cxnSpMkLst>
            <pc:docMk/>
            <pc:sldMk cId="0" sldId="262"/>
            <ac:cxnSpMk id="11" creationId="{2CFD3717-A15E-B9D4-66DE-AC2009D620FF}"/>
          </ac:cxnSpMkLst>
        </pc:cxnChg>
      </pc:sldChg>
      <pc:sldChg chg="modSp del">
        <pc:chgData name="Aman Shrivastava" userId="S::ashrivastava@edunetfoundation.org::c21995ab-fa37-4cde-b5a3-dec0fb9e9a10" providerId="AD" clId="Web-{746EE066-C99A-1548-0111-A8297267F854}" dt="2026-06-19T07:50:41.135" v="385"/>
        <pc:sldMkLst>
          <pc:docMk/>
          <pc:sldMk cId="0" sldId="264"/>
        </pc:sldMkLst>
        <pc:spChg chg="mod">
          <ac:chgData name="Aman Shrivastava" userId="S::ashrivastava@edunetfoundation.org::c21995ab-fa37-4cde-b5a3-dec0fb9e9a10" providerId="AD" clId="Web-{746EE066-C99A-1548-0111-A8297267F854}" dt="2026-06-19T07:34:47.159" v="298" actId="20577"/>
          <ac:spMkLst>
            <pc:docMk/>
            <pc:sldMk cId="0" sldId="264"/>
            <ac:spMk id="2" creationId="{B84A7B44-8B20-5A39-ED43-DA98D0FC7976}"/>
          </ac:spMkLst>
        </pc:spChg>
      </pc:sldChg>
      <pc:sldChg chg="del">
        <pc:chgData name="Aman Shrivastava" userId="S::ashrivastava@edunetfoundation.org::c21995ab-fa37-4cde-b5a3-dec0fb9e9a10" providerId="AD" clId="Web-{746EE066-C99A-1548-0111-A8297267F854}" dt="2026-06-19T07:34:25.847" v="285"/>
        <pc:sldMkLst>
          <pc:docMk/>
          <pc:sldMk cId="2115484872" sldId="277"/>
        </pc:sldMkLst>
      </pc:sldChg>
      <pc:sldChg chg="modSp">
        <pc:chgData name="Aman Shrivastava" userId="S::ashrivastava@edunetfoundation.org::c21995ab-fa37-4cde-b5a3-dec0fb9e9a10" providerId="AD" clId="Web-{746EE066-C99A-1548-0111-A8297267F854}" dt="2026-06-19T07:09:08.492" v="111" actId="20577"/>
        <pc:sldMkLst>
          <pc:docMk/>
          <pc:sldMk cId="3764405840" sldId="278"/>
        </pc:sldMkLst>
        <pc:spChg chg="mod">
          <ac:chgData name="Aman Shrivastava" userId="S::ashrivastava@edunetfoundation.org::c21995ab-fa37-4cde-b5a3-dec0fb9e9a10" providerId="AD" clId="Web-{746EE066-C99A-1548-0111-A8297267F854}" dt="2026-06-19T07:09:08.492" v="111" actId="20577"/>
          <ac:spMkLst>
            <pc:docMk/>
            <pc:sldMk cId="3764405840" sldId="278"/>
            <ac:spMk id="2" creationId="{151FBD4A-3273-E454-091D-D5B0678FC299}"/>
          </ac:spMkLst>
        </pc:spChg>
        <pc:spChg chg="mod">
          <ac:chgData name="Aman Shrivastava" userId="S::ashrivastava@edunetfoundation.org::c21995ab-fa37-4cde-b5a3-dec0fb9e9a10" providerId="AD" clId="Web-{746EE066-C99A-1548-0111-A8297267F854}" dt="2026-06-19T07:08:41.320" v="108" actId="20577"/>
          <ac:spMkLst>
            <pc:docMk/>
            <pc:sldMk cId="3764405840" sldId="278"/>
            <ac:spMk id="3" creationId="{4A7608B5-9906-EFCF-959A-E89FC2E3EE19}"/>
          </ac:spMkLst>
        </pc:spChg>
      </pc:sldChg>
      <pc:sldChg chg="addSp delSp modSp">
        <pc:chgData name="Aman Shrivastava" userId="S::ashrivastava@edunetfoundation.org::c21995ab-fa37-4cde-b5a3-dec0fb9e9a10" providerId="AD" clId="Web-{746EE066-C99A-1548-0111-A8297267F854}" dt="2026-06-19T07:36:01.988" v="320" actId="1076"/>
        <pc:sldMkLst>
          <pc:docMk/>
          <pc:sldMk cId="2772501912" sldId="279"/>
        </pc:sldMkLst>
        <pc:spChg chg="mod">
          <ac:chgData name="Aman Shrivastava" userId="S::ashrivastava@edunetfoundation.org::c21995ab-fa37-4cde-b5a3-dec0fb9e9a10" providerId="AD" clId="Web-{746EE066-C99A-1548-0111-A8297267F854}" dt="2026-06-19T07:18:42.903" v="130" actId="20577"/>
          <ac:spMkLst>
            <pc:docMk/>
            <pc:sldMk cId="2772501912" sldId="279"/>
            <ac:spMk id="2" creationId="{B64CF172-D2AF-03D8-F919-AA7827A0D969}"/>
          </ac:spMkLst>
        </pc:spChg>
        <pc:picChg chg="add del mod">
          <ac:chgData name="Aman Shrivastava" userId="S::ashrivastava@edunetfoundation.org::c21995ab-fa37-4cde-b5a3-dec0fb9e9a10" providerId="AD" clId="Web-{746EE066-C99A-1548-0111-A8297267F854}" dt="2026-06-19T07:32:58.705" v="269"/>
          <ac:picMkLst>
            <pc:docMk/>
            <pc:sldMk cId="2772501912" sldId="279"/>
            <ac:picMk id="3" creationId="{79117BD4-0548-0DB9-01AC-F1ABEE4D9968}"/>
          </ac:picMkLst>
        </pc:picChg>
        <pc:picChg chg="del">
          <ac:chgData name="Aman Shrivastava" userId="S::ashrivastava@edunetfoundation.org::c21995ab-fa37-4cde-b5a3-dec0fb9e9a10" providerId="AD" clId="Web-{746EE066-C99A-1548-0111-A8297267F854}" dt="2026-06-19T07:19:15.793" v="165"/>
          <ac:picMkLst>
            <pc:docMk/>
            <pc:sldMk cId="2772501912" sldId="279"/>
            <ac:picMk id="4" creationId="{C597681A-DF93-B190-DD21-CBAEDA4E3CBF}"/>
          </ac:picMkLst>
        </pc:picChg>
        <pc:picChg chg="add mod">
          <ac:chgData name="Aman Shrivastava" userId="S::ashrivastava@edunetfoundation.org::c21995ab-fa37-4cde-b5a3-dec0fb9e9a10" providerId="AD" clId="Web-{746EE066-C99A-1548-0111-A8297267F854}" dt="2026-06-19T07:36:01.988" v="320" actId="1076"/>
          <ac:picMkLst>
            <pc:docMk/>
            <pc:sldMk cId="2772501912" sldId="279"/>
            <ac:picMk id="7" creationId="{F01777E0-76AB-ED0C-E315-B3012BB646F6}"/>
          </ac:picMkLst>
        </pc:picChg>
        <pc:cxnChg chg="add del mod">
          <ac:chgData name="Aman Shrivastava" userId="S::ashrivastava@edunetfoundation.org::c21995ab-fa37-4cde-b5a3-dec0fb9e9a10" providerId="AD" clId="Web-{746EE066-C99A-1548-0111-A8297267F854}" dt="2026-06-19T07:32:05.971" v="259"/>
          <ac:cxnSpMkLst>
            <pc:docMk/>
            <pc:sldMk cId="2772501912" sldId="279"/>
            <ac:cxnSpMk id="5" creationId="{2F76792C-E715-0AA1-E7F1-F73DA02002C6}"/>
          </ac:cxnSpMkLst>
        </pc:cxnChg>
        <pc:cxnChg chg="add del">
          <ac:chgData name="Aman Shrivastava" userId="S::ashrivastava@edunetfoundation.org::c21995ab-fa37-4cde-b5a3-dec0fb9e9a10" providerId="AD" clId="Web-{746EE066-C99A-1548-0111-A8297267F854}" dt="2026-06-19T07:33:03.284" v="270"/>
          <ac:cxnSpMkLst>
            <pc:docMk/>
            <pc:sldMk cId="2772501912" sldId="279"/>
            <ac:cxnSpMk id="6" creationId="{2F76792C-E715-0AA1-E7F1-F73DA02002C6}"/>
          </ac:cxnSpMkLst>
        </pc:cxnChg>
      </pc:sldChg>
      <pc:sldChg chg="del">
        <pc:chgData name="Aman Shrivastava" userId="S::ashrivastava@edunetfoundation.org::c21995ab-fa37-4cde-b5a3-dec0fb9e9a10" providerId="AD" clId="Web-{746EE066-C99A-1548-0111-A8297267F854}" dt="2026-06-19T07:18:26.543" v="112"/>
        <pc:sldMkLst>
          <pc:docMk/>
          <pc:sldMk cId="328526394" sldId="281"/>
        </pc:sldMkLst>
      </pc:sldChg>
      <pc:sldChg chg="modSp">
        <pc:chgData name="Aman Shrivastava" userId="S::ashrivastava@edunetfoundation.org::c21995ab-fa37-4cde-b5a3-dec0fb9e9a10" providerId="AD" clId="Web-{746EE066-C99A-1548-0111-A8297267F854}" dt="2026-06-19T08:03:40.452" v="526" actId="20577"/>
        <pc:sldMkLst>
          <pc:docMk/>
          <pc:sldMk cId="2952584201" sldId="282"/>
        </pc:sldMkLst>
        <pc:spChg chg="mod">
          <ac:chgData name="Aman Shrivastava" userId="S::ashrivastava@edunetfoundation.org::c21995ab-fa37-4cde-b5a3-dec0fb9e9a10" providerId="AD" clId="Web-{746EE066-C99A-1548-0111-A8297267F854}" dt="2026-06-19T08:03:40.452" v="526" actId="20577"/>
          <ac:spMkLst>
            <pc:docMk/>
            <pc:sldMk cId="2952584201" sldId="282"/>
            <ac:spMk id="2" creationId="{C6F6745E-14BA-0766-CE1E-32E29663832D}"/>
          </ac:spMkLst>
        </pc:spChg>
      </pc:sldChg>
      <pc:sldChg chg="modSp">
        <pc:chgData name="Aman Shrivastava" userId="S::ashrivastava@edunetfoundation.org::c21995ab-fa37-4cde-b5a3-dec0fb9e9a10" providerId="AD" clId="Web-{746EE066-C99A-1548-0111-A8297267F854}" dt="2026-06-19T07:42:25.459" v="363" actId="20577"/>
        <pc:sldMkLst>
          <pc:docMk/>
          <pc:sldMk cId="957564641" sldId="283"/>
        </pc:sldMkLst>
        <pc:spChg chg="mod">
          <ac:chgData name="Aman Shrivastava" userId="S::ashrivastava@edunetfoundation.org::c21995ab-fa37-4cde-b5a3-dec0fb9e9a10" providerId="AD" clId="Web-{746EE066-C99A-1548-0111-A8297267F854}" dt="2026-06-19T07:42:25.459" v="363" actId="20577"/>
          <ac:spMkLst>
            <pc:docMk/>
            <pc:sldMk cId="957564641" sldId="283"/>
            <ac:spMk id="3" creationId="{FFAB85A1-2169-FF43-3E91-E2E8ADA742FF}"/>
          </ac:spMkLst>
        </pc:spChg>
      </pc:sldChg>
      <pc:sldChg chg="modSp">
        <pc:chgData name="Aman Shrivastava" userId="S::ashrivastava@edunetfoundation.org::c21995ab-fa37-4cde-b5a3-dec0fb9e9a10" providerId="AD" clId="Web-{746EE066-C99A-1548-0111-A8297267F854}" dt="2026-06-19T07:58:34.403" v="519" actId="20577"/>
        <pc:sldMkLst>
          <pc:docMk/>
          <pc:sldMk cId="2290294991" sldId="285"/>
        </pc:sldMkLst>
        <pc:spChg chg="mod">
          <ac:chgData name="Aman Shrivastava" userId="S::ashrivastava@edunetfoundation.org::c21995ab-fa37-4cde-b5a3-dec0fb9e9a10" providerId="AD" clId="Web-{746EE066-C99A-1548-0111-A8297267F854}" dt="2026-06-19T07:58:34.403" v="519" actId="20577"/>
          <ac:spMkLst>
            <pc:docMk/>
            <pc:sldMk cId="2290294991" sldId="285"/>
            <ac:spMk id="2" creationId="{4A1BF701-ABCA-4DF0-8330-B6AF71EF8E39}"/>
          </ac:spMkLst>
        </pc:spChg>
      </pc:sldChg>
      <pc:sldChg chg="modSp">
        <pc:chgData name="Aman Shrivastava" userId="S::ashrivastava@edunetfoundation.org::c21995ab-fa37-4cde-b5a3-dec0fb9e9a10" providerId="AD" clId="Web-{746EE066-C99A-1548-0111-A8297267F854}" dt="2026-06-19T07:53:29.651" v="418" actId="20577"/>
        <pc:sldMkLst>
          <pc:docMk/>
          <pc:sldMk cId="917964102" sldId="286"/>
        </pc:sldMkLst>
        <pc:spChg chg="mod">
          <ac:chgData name="Aman Shrivastava" userId="S::ashrivastava@edunetfoundation.org::c21995ab-fa37-4cde-b5a3-dec0fb9e9a10" providerId="AD" clId="Web-{746EE066-C99A-1548-0111-A8297267F854}" dt="2026-06-19T07:53:29.651" v="418" actId="20577"/>
          <ac:spMkLst>
            <pc:docMk/>
            <pc:sldMk cId="917964102" sldId="286"/>
            <ac:spMk id="3" creationId="{ED65F54F-855A-0DB6-09A6-3212C5F7405B}"/>
          </ac:spMkLst>
        </pc:spChg>
      </pc:sldChg>
      <pc:sldChg chg="modSp">
        <pc:chgData name="Aman Shrivastava" userId="S::ashrivastava@edunetfoundation.org::c21995ab-fa37-4cde-b5a3-dec0fb9e9a10" providerId="AD" clId="Web-{746EE066-C99A-1548-0111-A8297267F854}" dt="2026-06-19T07:55:01.918" v="483" actId="20577"/>
        <pc:sldMkLst>
          <pc:docMk/>
          <pc:sldMk cId="2605851928" sldId="287"/>
        </pc:sldMkLst>
        <pc:spChg chg="mod">
          <ac:chgData name="Aman Shrivastava" userId="S::ashrivastava@edunetfoundation.org::c21995ab-fa37-4cde-b5a3-dec0fb9e9a10" providerId="AD" clId="Web-{746EE066-C99A-1548-0111-A8297267F854}" dt="2026-06-19T07:55:01.918" v="483" actId="20577"/>
          <ac:spMkLst>
            <pc:docMk/>
            <pc:sldMk cId="2605851928" sldId="287"/>
            <ac:spMk id="279" creationId="{3711AF54-94A6-B837-31EF-9A8C4ECB9AF6}"/>
          </ac:spMkLst>
        </pc:spChg>
      </pc:sldChg>
      <pc:sldChg chg="addSp delSp">
        <pc:chgData name="Aman Shrivastava" userId="S::ashrivastava@edunetfoundation.org::c21995ab-fa37-4cde-b5a3-dec0fb9e9a10" providerId="AD" clId="Web-{746EE066-C99A-1548-0111-A8297267F854}" dt="2026-06-19T07:38:48.895" v="324"/>
        <pc:sldMkLst>
          <pc:docMk/>
          <pc:sldMk cId="1229047658" sldId="288"/>
        </pc:sldMkLst>
        <pc:inkChg chg="add">
          <ac:chgData name="Aman Shrivastava" userId="S::ashrivastava@edunetfoundation.org::c21995ab-fa37-4cde-b5a3-dec0fb9e9a10" providerId="AD" clId="Web-{746EE066-C99A-1548-0111-A8297267F854}" dt="2026-06-19T07:38:15.801" v="321"/>
          <ac:inkMkLst>
            <pc:docMk/>
            <pc:sldMk cId="1229047658" sldId="288"/>
            <ac:inkMk id="2" creationId="{1C488599-1CDB-6479-4ED5-FDEEC38049D9}"/>
          </ac:inkMkLst>
        </pc:inkChg>
        <pc:inkChg chg="add">
          <ac:chgData name="Aman Shrivastava" userId="S::ashrivastava@edunetfoundation.org::c21995ab-fa37-4cde-b5a3-dec0fb9e9a10" providerId="AD" clId="Web-{746EE066-C99A-1548-0111-A8297267F854}" dt="2026-06-19T07:38:31.551" v="322"/>
          <ac:inkMkLst>
            <pc:docMk/>
            <pc:sldMk cId="1229047658" sldId="288"/>
            <ac:inkMk id="5" creationId="{66AD5D31-EDA5-2C50-7CE9-7D1E60A89F54}"/>
          </ac:inkMkLst>
        </pc:inkChg>
        <pc:inkChg chg="add del">
          <ac:chgData name="Aman Shrivastava" userId="S::ashrivastava@edunetfoundation.org::c21995ab-fa37-4cde-b5a3-dec0fb9e9a10" providerId="AD" clId="Web-{746EE066-C99A-1548-0111-A8297267F854}" dt="2026-06-19T07:38:48.895" v="324"/>
          <ac:inkMkLst>
            <pc:docMk/>
            <pc:sldMk cId="1229047658" sldId="288"/>
            <ac:inkMk id="7" creationId="{7F720136-8264-3711-415B-4DAA8F04611B}"/>
          </ac:inkMkLst>
        </pc:inkChg>
      </pc:sldChg>
      <pc:sldChg chg="addSp delSp modSp add replId">
        <pc:chgData name="Aman Shrivastava" userId="S::ashrivastava@edunetfoundation.org::c21995ab-fa37-4cde-b5a3-dec0fb9e9a10" providerId="AD" clId="Web-{746EE066-C99A-1548-0111-A8297267F854}" dt="2026-06-19T07:33:46.206" v="278"/>
        <pc:sldMkLst>
          <pc:docMk/>
          <pc:sldMk cId="3866656692" sldId="290"/>
        </pc:sldMkLst>
        <pc:spChg chg="mod">
          <ac:chgData name="Aman Shrivastava" userId="S::ashrivastava@edunetfoundation.org::c21995ab-fa37-4cde-b5a3-dec0fb9e9a10" providerId="AD" clId="Web-{746EE066-C99A-1548-0111-A8297267F854}" dt="2026-06-19T07:19:28.309" v="172" actId="20577"/>
          <ac:spMkLst>
            <pc:docMk/>
            <pc:sldMk cId="3866656692" sldId="290"/>
            <ac:spMk id="2" creationId="{56959763-B5B5-22E5-733E-B3F05D391F6B}"/>
          </ac:spMkLst>
        </pc:spChg>
        <pc:picChg chg="add del mod">
          <ac:chgData name="Aman Shrivastava" userId="S::ashrivastava@edunetfoundation.org::c21995ab-fa37-4cde-b5a3-dec0fb9e9a10" providerId="AD" clId="Web-{746EE066-C99A-1548-0111-A8297267F854}" dt="2026-06-19T07:26:46.328" v="200"/>
          <ac:picMkLst>
            <pc:docMk/>
            <pc:sldMk cId="3866656692" sldId="290"/>
            <ac:picMk id="3" creationId="{57175034-B6A1-15A8-3183-F42A7C1A2011}"/>
          </ac:picMkLst>
        </pc:picChg>
        <pc:picChg chg="add del mod">
          <ac:chgData name="Aman Shrivastava" userId="S::ashrivastava@edunetfoundation.org::c21995ab-fa37-4cde-b5a3-dec0fb9e9a10" providerId="AD" clId="Web-{746EE066-C99A-1548-0111-A8297267F854}" dt="2026-06-19T07:26:52.531" v="203"/>
          <ac:picMkLst>
            <pc:docMk/>
            <pc:sldMk cId="3866656692" sldId="290"/>
            <ac:picMk id="4" creationId="{88FDA170-C204-E466-68CA-5EF27419C8F8}"/>
          </ac:picMkLst>
        </pc:picChg>
        <pc:picChg chg="add del mod">
          <ac:chgData name="Aman Shrivastava" userId="S::ashrivastava@edunetfoundation.org::c21995ab-fa37-4cde-b5a3-dec0fb9e9a10" providerId="AD" clId="Web-{746EE066-C99A-1548-0111-A8297267F854}" dt="2026-06-19T07:26:54.750" v="204"/>
          <ac:picMkLst>
            <pc:docMk/>
            <pc:sldMk cId="3866656692" sldId="290"/>
            <ac:picMk id="5" creationId="{5EF90F00-13FA-4999-B1A1-5C7D773D5635}"/>
          </ac:picMkLst>
        </pc:picChg>
        <pc:picChg chg="add del mod modCrop">
          <ac:chgData name="Aman Shrivastava" userId="S::ashrivastava@edunetfoundation.org::c21995ab-fa37-4cde-b5a3-dec0fb9e9a10" providerId="AD" clId="Web-{746EE066-C99A-1548-0111-A8297267F854}" dt="2026-06-19T07:26:48.687" v="201"/>
          <ac:picMkLst>
            <pc:docMk/>
            <pc:sldMk cId="3866656692" sldId="290"/>
            <ac:picMk id="6" creationId="{AF4B55A8-453F-B2BE-8B74-486ADC76A1C9}"/>
          </ac:picMkLst>
        </pc:picChg>
        <pc:picChg chg="add del mod">
          <ac:chgData name="Aman Shrivastava" userId="S::ashrivastava@edunetfoundation.org::c21995ab-fa37-4cde-b5a3-dec0fb9e9a10" providerId="AD" clId="Web-{746EE066-C99A-1548-0111-A8297267F854}" dt="2026-06-19T07:26:50.875" v="202"/>
          <ac:picMkLst>
            <pc:docMk/>
            <pc:sldMk cId="3866656692" sldId="290"/>
            <ac:picMk id="7" creationId="{3744CDFC-4A35-5194-35E5-555A49DA6AFF}"/>
          </ac:picMkLst>
        </pc:picChg>
        <pc:picChg chg="add del mod">
          <ac:chgData name="Aman Shrivastava" userId="S::ashrivastava@edunetfoundation.org::c21995ab-fa37-4cde-b5a3-dec0fb9e9a10" providerId="AD" clId="Web-{746EE066-C99A-1548-0111-A8297267F854}" dt="2026-06-19T07:33:42.299" v="276"/>
          <ac:picMkLst>
            <pc:docMk/>
            <pc:sldMk cId="3866656692" sldId="290"/>
            <ac:picMk id="8" creationId="{1D7BDF8E-98CB-F515-3FB0-97BF87E2A172}"/>
          </ac:picMkLst>
        </pc:picChg>
        <pc:picChg chg="add mod">
          <ac:chgData name="Aman Shrivastava" userId="S::ashrivastava@edunetfoundation.org::c21995ab-fa37-4cde-b5a3-dec0fb9e9a10" providerId="AD" clId="Web-{746EE066-C99A-1548-0111-A8297267F854}" dt="2026-06-19T07:33:46.206" v="278"/>
          <ac:picMkLst>
            <pc:docMk/>
            <pc:sldMk cId="3866656692" sldId="290"/>
            <ac:picMk id="10" creationId="{B5FE8DA2-14B6-FAE6-9EC0-7C2A1A404708}"/>
          </ac:picMkLst>
        </pc:picChg>
        <pc:cxnChg chg="add del mod">
          <ac:chgData name="Aman Shrivastava" userId="S::ashrivastava@edunetfoundation.org::c21995ab-fa37-4cde-b5a3-dec0fb9e9a10" providerId="AD" clId="Web-{746EE066-C99A-1548-0111-A8297267F854}" dt="2026-06-19T07:33:44.659" v="277"/>
          <ac:cxnSpMkLst>
            <pc:docMk/>
            <pc:sldMk cId="3866656692" sldId="290"/>
            <ac:cxnSpMk id="9" creationId="{5DAE5A21-F630-F6FC-1F85-91AA77C9272E}"/>
          </ac:cxnSpMkLst>
        </pc:cxnChg>
      </pc:sldChg>
      <pc:sldChg chg="addSp delSp modSp new">
        <pc:chgData name="Aman Shrivastava" userId="S::ashrivastava@edunetfoundation.org::c21995ab-fa37-4cde-b5a3-dec0fb9e9a10" providerId="AD" clId="Web-{746EE066-C99A-1548-0111-A8297267F854}" dt="2026-06-19T07:34:16.112" v="284" actId="1076"/>
        <pc:sldMkLst>
          <pc:docMk/>
          <pc:sldMk cId="3021295847" sldId="291"/>
        </pc:sldMkLst>
        <pc:spChg chg="del">
          <ac:chgData name="Aman Shrivastava" userId="S::ashrivastava@edunetfoundation.org::c21995ab-fa37-4cde-b5a3-dec0fb9e9a10" providerId="AD" clId="Web-{746EE066-C99A-1548-0111-A8297267F854}" dt="2026-06-19T07:27:33.422" v="209"/>
          <ac:spMkLst>
            <pc:docMk/>
            <pc:sldMk cId="3021295847" sldId="291"/>
            <ac:spMk id="2" creationId="{AC487865-4ED2-A9E1-B6CF-FF55EAC68B83}"/>
          </ac:spMkLst>
        </pc:spChg>
        <pc:spChg chg="del">
          <ac:chgData name="Aman Shrivastava" userId="S::ashrivastava@edunetfoundation.org::c21995ab-fa37-4cde-b5a3-dec0fb9e9a10" providerId="AD" clId="Web-{746EE066-C99A-1548-0111-A8297267F854}" dt="2026-06-19T07:27:37.781" v="210"/>
          <ac:spMkLst>
            <pc:docMk/>
            <pc:sldMk cId="3021295847" sldId="291"/>
            <ac:spMk id="3" creationId="{5320F0C5-E21A-E7A2-3435-821A6319CFF4}"/>
          </ac:spMkLst>
        </pc:spChg>
        <pc:spChg chg="add mod">
          <ac:chgData name="Aman Shrivastava" userId="S::ashrivastava@edunetfoundation.org::c21995ab-fa37-4cde-b5a3-dec0fb9e9a10" providerId="AD" clId="Web-{746EE066-C99A-1548-0111-A8297267F854}" dt="2026-06-19T07:28:14.391" v="219" actId="14100"/>
          <ac:spMkLst>
            <pc:docMk/>
            <pc:sldMk cId="3021295847" sldId="291"/>
            <ac:spMk id="5" creationId="{C2DC2F13-C09F-1D50-6289-15F22A1D77FA}"/>
          </ac:spMkLst>
        </pc:spChg>
        <pc:picChg chg="add del mod">
          <ac:chgData name="Aman Shrivastava" userId="S::ashrivastava@edunetfoundation.org::c21995ab-fa37-4cde-b5a3-dec0fb9e9a10" providerId="AD" clId="Web-{746EE066-C99A-1548-0111-A8297267F854}" dt="2026-06-19T07:34:03.159" v="280"/>
          <ac:picMkLst>
            <pc:docMk/>
            <pc:sldMk cId="3021295847" sldId="291"/>
            <ac:picMk id="4" creationId="{252787A1-10C2-A588-10C2-90649505C266}"/>
          </ac:picMkLst>
        </pc:picChg>
        <pc:picChg chg="add mod">
          <ac:chgData name="Aman Shrivastava" userId="S::ashrivastava@edunetfoundation.org::c21995ab-fa37-4cde-b5a3-dec0fb9e9a10" providerId="AD" clId="Web-{746EE066-C99A-1548-0111-A8297267F854}" dt="2026-06-19T07:34:16.112" v="284" actId="1076"/>
          <ac:picMkLst>
            <pc:docMk/>
            <pc:sldMk cId="3021295847" sldId="291"/>
            <ac:picMk id="7" creationId="{85DF99AC-D1C6-EA9C-D42E-6073C09D0166}"/>
          </ac:picMkLst>
        </pc:picChg>
        <pc:cxnChg chg="add del mod">
          <ac:chgData name="Aman Shrivastava" userId="S::ashrivastava@edunetfoundation.org::c21995ab-fa37-4cde-b5a3-dec0fb9e9a10" providerId="AD" clId="Web-{746EE066-C99A-1548-0111-A8297267F854}" dt="2026-06-19T07:34:02.065" v="279"/>
          <ac:cxnSpMkLst>
            <pc:docMk/>
            <pc:sldMk cId="3021295847" sldId="291"/>
            <ac:cxnSpMk id="6" creationId="{2E4A501D-ECD5-654A-2164-DD0D463700D1}"/>
          </ac:cxnSpMkLst>
        </pc:cxnChg>
      </pc:sldChg>
    </pc:docChg>
  </pc:docChgLst>
  <pc:docChgLst>
    <pc:chgData name="Aman Shrivastava" userId="S::ashrivastava@edunetfoundation.org::c21995ab-fa37-4cde-b5a3-dec0fb9e9a10" providerId="AD" clId="Web-{A6B9108B-7598-1D50-C4AA-8A38026DAEEF}"/>
    <pc:docChg chg="modSld">
      <pc:chgData name="Aman Shrivastava" userId="S::ashrivastava@edunetfoundation.org::c21995ab-fa37-4cde-b5a3-dec0fb9e9a10" providerId="AD" clId="Web-{A6B9108B-7598-1D50-C4AA-8A38026DAEEF}" dt="2026-06-19T06:56:18.840" v="15" actId="20577"/>
      <pc:docMkLst>
        <pc:docMk/>
      </pc:docMkLst>
      <pc:sldChg chg="modSp">
        <pc:chgData name="Aman Shrivastava" userId="S::ashrivastava@edunetfoundation.org::c21995ab-fa37-4cde-b5a3-dec0fb9e9a10" providerId="AD" clId="Web-{A6B9108B-7598-1D50-C4AA-8A38026DAEEF}" dt="2026-06-19T06:56:18.840" v="15" actId="20577"/>
        <pc:sldMkLst>
          <pc:docMk/>
          <pc:sldMk cId="2605851928" sldId="287"/>
        </pc:sldMkLst>
        <pc:spChg chg="mod">
          <ac:chgData name="Aman Shrivastava" userId="S::ashrivastava@edunetfoundation.org::c21995ab-fa37-4cde-b5a3-dec0fb9e9a10" providerId="AD" clId="Web-{A6B9108B-7598-1D50-C4AA-8A38026DAEEF}" dt="2026-06-19T06:56:18.840" v="15" actId="20577"/>
          <ac:spMkLst>
            <pc:docMk/>
            <pc:sldMk cId="2605851928" sldId="287"/>
            <ac:spMk id="279" creationId="{3711AF54-94A6-B837-31EF-9A8C4ECB9AF6}"/>
          </ac:spMkLst>
        </pc:spChg>
      </pc:sldChg>
      <pc:sldChg chg="addSp delSp modSp">
        <pc:chgData name="Aman Shrivastava" userId="S::ashrivastava@edunetfoundation.org::c21995ab-fa37-4cde-b5a3-dec0fb9e9a10" providerId="AD" clId="Web-{A6B9108B-7598-1D50-C4AA-8A38026DAEEF}" dt="2026-06-19T06:56:04.356" v="13" actId="1076"/>
        <pc:sldMkLst>
          <pc:docMk/>
          <pc:sldMk cId="1229047658" sldId="288"/>
        </pc:sldMkLst>
        <pc:picChg chg="add del mod modCrop">
          <ac:chgData name="Aman Shrivastava" userId="S::ashrivastava@edunetfoundation.org::c21995ab-fa37-4cde-b5a3-dec0fb9e9a10" providerId="AD" clId="Web-{A6B9108B-7598-1D50-C4AA-8A38026DAEEF}" dt="2026-06-19T06:54:02.042" v="9"/>
          <ac:picMkLst>
            <pc:docMk/>
            <pc:sldMk cId="1229047658" sldId="288"/>
            <ac:picMk id="2" creationId="{312DEFF6-ACAE-A6F4-F0D7-56CA25E41FDC}"/>
          </ac:picMkLst>
        </pc:picChg>
        <pc:picChg chg="add mod">
          <ac:chgData name="Aman Shrivastava" userId="S::ashrivastava@edunetfoundation.org::c21995ab-fa37-4cde-b5a3-dec0fb9e9a10" providerId="AD" clId="Web-{A6B9108B-7598-1D50-C4AA-8A38026DAEEF}" dt="2026-06-19T06:56:04.356" v="13" actId="1076"/>
          <ac:picMkLst>
            <pc:docMk/>
            <pc:sldMk cId="1229047658" sldId="288"/>
            <ac:picMk id="4" creationId="{A037CFD0-B7FF-D9BE-3433-88E5844EF332}"/>
          </ac:picMkLst>
        </pc:picChg>
        <pc:picChg chg="del">
          <ac:chgData name="Aman Shrivastava" userId="S::ashrivastava@edunetfoundation.org::c21995ab-fa37-4cde-b5a3-dec0fb9e9a10" providerId="AD" clId="Web-{A6B9108B-7598-1D50-C4AA-8A38026DAEEF}" dt="2026-06-19T06:32:41.914" v="0"/>
          <ac:picMkLst>
            <pc:docMk/>
            <pc:sldMk cId="1229047658" sldId="288"/>
            <ac:picMk id="4" creationId="{AD88C341-1F2F-9B6F-593F-2917E7E23DCB}"/>
          </ac:picMkLst>
        </pc:picChg>
      </pc:sldChg>
      <pc:sldChg chg="addSp delSp modSp">
        <pc:chgData name="Aman Shrivastava" userId="S::ashrivastava@edunetfoundation.org::c21995ab-fa37-4cde-b5a3-dec0fb9e9a10" providerId="AD" clId="Web-{A6B9108B-7598-1D50-C4AA-8A38026DAEEF}" dt="2026-06-19T06:53:17.010" v="3"/>
        <pc:sldMkLst>
          <pc:docMk/>
          <pc:sldMk cId="2506610743" sldId="289"/>
        </pc:sldMkLst>
        <pc:picChg chg="add del mod">
          <ac:chgData name="Aman Shrivastava" userId="S::ashrivastava@edunetfoundation.org::c21995ab-fa37-4cde-b5a3-dec0fb9e9a10" providerId="AD" clId="Web-{A6B9108B-7598-1D50-C4AA-8A38026DAEEF}" dt="2026-06-19T06:53:17.010" v="3"/>
          <ac:picMkLst>
            <pc:docMk/>
            <pc:sldMk cId="2506610743" sldId="289"/>
            <ac:picMk id="2" creationId="{6F3459A2-8BCD-A155-86B4-203A4A7FFE5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Machine Learning with IBM Cloud”</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876806212"/>
              </p:ext>
            </p:extLst>
          </p:nvPr>
        </p:nvGraphicFramePr>
        <p:xfrm>
          <a:off x="1299255" y="221222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ctr" rtl="0">
                        <a:spcBef>
                          <a:spcPts val="0"/>
                        </a:spcBef>
                        <a:spcAft>
                          <a:spcPts val="0"/>
                        </a:spcAft>
                        <a:buNone/>
                      </a:pPr>
                      <a:r>
                        <a:rPr lang="en-US" dirty="0"/>
                        <a:t>KARTHIKEYAN A S</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US" dirty="0"/>
                        <a:t>askarthikeyan18@gmail</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US" dirty="0"/>
                        <a:t>8825577893</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316765"/>
            <a:ext cx="10280254" cy="461665"/>
          </a:xfrm>
          <a:prstGeom prst="rect">
            <a:avLst/>
          </a:prstGeom>
          <a:noFill/>
        </p:spPr>
        <p:txBody>
          <a:bodyPr wrap="square" rtlCol="0">
            <a:spAutoFit/>
          </a:bodyPr>
          <a:lstStyle/>
          <a:p>
            <a:r>
              <a:rPr lang="en-US" sz="2400" b="1" dirty="0"/>
              <a:t>Domain of  Project – [</a:t>
            </a:r>
            <a:r>
              <a:rPr lang="en-IN" sz="2400" b="1" dirty="0"/>
              <a:t>Agentic AI</a:t>
            </a:r>
            <a:r>
              <a:rPr lang="en-US" sz="2400" b="1" dirty="0"/>
              <a:t>]</a:t>
            </a:r>
            <a:endParaRPr lang="en-IN" sz="2400" b="1" dirty="0"/>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[Smart Business Idea Generator Agent]</a:t>
            </a:r>
            <a:endParaRPr lang="en-IN" sz="2400" b="1" dirty="0"/>
          </a:p>
        </p:txBody>
      </p:sp>
      <p:pic>
        <p:nvPicPr>
          <p:cNvPr id="5" name="Picture 4">
            <a:extLst>
              <a:ext uri="{FF2B5EF4-FFF2-40B4-BE49-F238E27FC236}">
                <a16:creationId xmlns:a16="http://schemas.microsoft.com/office/drawing/2014/main" id="{A34096A2-8782-0A47-6ABA-67078343B0BD}"/>
              </a:ext>
            </a:extLst>
          </p:cNvPr>
          <p:cNvPicPr>
            <a:picLocks noChangeAspect="1"/>
          </p:cNvPicPr>
          <p:nvPr/>
        </p:nvPicPr>
        <p:blipFill>
          <a:blip r:embed="rId3"/>
          <a:stretch>
            <a:fillRect/>
          </a:stretch>
        </p:blipFill>
        <p:spPr>
          <a:xfrm>
            <a:off x="4076700" y="3223983"/>
            <a:ext cx="885825" cy="109958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08837" y="864646"/>
            <a:ext cx="11357834" cy="630942"/>
          </a:xfrm>
          <a:prstGeom prst="rect">
            <a:avLst/>
          </a:prstGeom>
          <a:noFill/>
        </p:spPr>
        <p:txBody>
          <a:bodyPr wrap="square" lIns="91440" tIns="45720" rIns="91440" bIns="45720" rtlCol="0" anchor="t">
            <a:spAutoFit/>
          </a:bodyPr>
          <a:lstStyle/>
          <a:p>
            <a:pPr fontAlgn="base">
              <a:lnSpc>
                <a:spcPct val="150000"/>
              </a:lnSpc>
            </a:pPr>
            <a:endParaRPr lang="en-US" dirty="0"/>
          </a:p>
          <a:p>
            <a:endParaRPr lang="en-IN" dirty="0"/>
          </a:p>
        </p:txBody>
      </p:sp>
      <p:sp>
        <p:nvSpPr>
          <p:cNvPr id="5" name="TextBox 4">
            <a:extLst>
              <a:ext uri="{FF2B5EF4-FFF2-40B4-BE49-F238E27FC236}">
                <a16:creationId xmlns:a16="http://schemas.microsoft.com/office/drawing/2014/main" id="{197D6CB2-5A22-BAE7-FFDC-0FD78283616B}"/>
              </a:ext>
            </a:extLst>
          </p:cNvPr>
          <p:cNvSpPr txBox="1"/>
          <p:nvPr/>
        </p:nvSpPr>
        <p:spPr>
          <a:xfrm>
            <a:off x="417083" y="210026"/>
            <a:ext cx="11357833" cy="6647974"/>
          </a:xfrm>
          <a:prstGeom prst="rect">
            <a:avLst/>
          </a:prstGeom>
          <a:noFill/>
        </p:spPr>
        <p:txBody>
          <a:bodyPr wrap="square">
            <a:spAutoFit/>
          </a:bodyPr>
          <a:lstStyle/>
          <a:p>
            <a:r>
              <a:rPr lang="en-IN" sz="2400" b="1" u="sng" dirty="0"/>
              <a:t>Problem Statement: Smart Business Idea Generator Agent</a:t>
            </a:r>
          </a:p>
          <a:p>
            <a:endParaRPr lang="en-IN" sz="1600" dirty="0"/>
          </a:p>
          <a:p>
            <a:r>
              <a:rPr lang="en-IN" sz="1800" b="1" dirty="0"/>
              <a:t>The Challenge</a:t>
            </a:r>
            <a:endParaRPr lang="en-IN" sz="1600" b="1" dirty="0"/>
          </a:p>
          <a:p>
            <a:r>
              <a:rPr lang="en-IN" sz="2000" dirty="0"/>
              <a:t>In the digital era, innovation is crucial, but individuals, students, researchers, and organizations often struggle with idea generation. Brainstorming sessions are unstructured, inspiration is scattered across articles, videos, and social media, and existing tools focus on text-only prompts without context-awareness. The challenge is not just to suggest random ideas but to synthesize creativity, context, and relevance into intelligent, actionable ideas for diverse domains such as startups, research, content creation, or product development.</a:t>
            </a:r>
          </a:p>
          <a:p>
            <a:endParaRPr lang="en-IN" sz="1600" dirty="0"/>
          </a:p>
          <a:p>
            <a:r>
              <a:rPr lang="en-IN" sz="1800" b="1" dirty="0"/>
              <a:t>The Objective</a:t>
            </a:r>
            <a:endParaRPr lang="en-IN" sz="1600" b="1" dirty="0"/>
          </a:p>
          <a:p>
            <a:r>
              <a:rPr lang="en-IN" sz="2000" dirty="0"/>
              <a:t>Build an agentic AI Smart Idea Generator that empowers users with contextual, innovative, and multimodal ideation. The solution should:</a:t>
            </a:r>
          </a:p>
          <a:p>
            <a:r>
              <a:rPr lang="en-IN" sz="2000" dirty="0"/>
              <a:t>Fuse Knowledge Sources: Pull insights from articles, research papers, trend analysis, and social platforms to generate contextual and current ideas.</a:t>
            </a:r>
          </a:p>
          <a:p>
            <a:r>
              <a:rPr lang="en-IN" sz="2000" dirty="0"/>
              <a:t>Enable Multimodal Brainstorming: Accept inputs like text prompts, images (e.g., product sketches), or voice notes and refine them into structured, creative suggestions.</a:t>
            </a:r>
          </a:p>
          <a:p>
            <a:r>
              <a:rPr lang="en-IN" sz="2000" dirty="0"/>
              <a:t>Create a Predictive &amp; Agentic Layer: Identify trending domains (e.g., AI in healthcare, sustainable energy), forecast idea relevance, and recommend high-impact directions.</a:t>
            </a:r>
          </a:p>
          <a:p>
            <a:r>
              <a:rPr lang="en-IN" sz="2000" dirty="0"/>
              <a:t>Visualize Idea Maps: Provide an interactive dashboard that organizes ideas into categories, impact scores, and feasibility maps, helping users explore and refine concepts quickly.</a:t>
            </a:r>
          </a:p>
          <a:p>
            <a:endParaRPr lang="en-IN"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23880" y="674734"/>
            <a:ext cx="11131336" cy="6190862"/>
          </a:xfrm>
          <a:prstGeom prst="rect">
            <a:avLst/>
          </a:prstGeom>
          <a:noFill/>
        </p:spPr>
        <p:txBody>
          <a:bodyPr wrap="square" lIns="91440" tIns="45720" rIns="91440" bIns="45720" rtlCol="0" anchor="t">
            <a:spAutoFit/>
          </a:bodyPr>
          <a:lstStyle/>
          <a:p>
            <a:r>
              <a:rPr lang="en-IN" sz="2000" b="1" dirty="0"/>
              <a:t>Multimodal Engine:</a:t>
            </a:r>
            <a:r>
              <a:rPr lang="en-IN" sz="2000" dirty="0"/>
              <a:t> Fuses text, market context, voice notes, and sketches into a unified generation context. </a:t>
            </a:r>
          </a:p>
          <a:p>
            <a:endParaRPr lang="en-IN" sz="2000" dirty="0"/>
          </a:p>
          <a:p>
            <a:r>
              <a:rPr lang="en-IN" sz="2000" b="1" dirty="0"/>
              <a:t>Watsonx.ai Agentic Layer:</a:t>
            </a:r>
            <a:r>
              <a:rPr lang="en-IN" sz="2000" dirty="0"/>
              <a:t> Uses </a:t>
            </a:r>
            <a:r>
              <a:rPr lang="en-IN" sz="2000" b="1" dirty="0"/>
              <a:t>IBM Watsonx.ai</a:t>
            </a:r>
            <a:r>
              <a:rPr lang="en-IN" sz="2000" dirty="0"/>
              <a:t> and Granite to steer ideas by tone, focus, and a 1–10 creativity scale. </a:t>
            </a:r>
          </a:p>
          <a:p>
            <a:endParaRPr lang="en-IN" sz="2000" dirty="0"/>
          </a:p>
          <a:p>
            <a:r>
              <a:rPr lang="en-IN" sz="2000" b="1" dirty="0"/>
              <a:t>IBM BOB (Business Optimization Brain):</a:t>
            </a:r>
            <a:r>
              <a:rPr lang="en-IN" sz="2000" dirty="0"/>
              <a:t> Integrates an offline dataset for continuous analytics, benchmarking, and predictive scoring optimization.</a:t>
            </a:r>
          </a:p>
          <a:p>
            <a:r>
              <a:rPr lang="en-IN" sz="2000" dirty="0"/>
              <a:t> </a:t>
            </a:r>
          </a:p>
          <a:p>
            <a:r>
              <a:rPr lang="en-IN" sz="2000" b="1" dirty="0"/>
              <a:t>Predictive Dashboard:</a:t>
            </a:r>
            <a:r>
              <a:rPr lang="en-IN" sz="2000" dirty="0"/>
              <a:t> Automatically maps evaluated ideas onto an interactive quadrant scatter plot (Impact vs. Feasibility). </a:t>
            </a:r>
          </a:p>
          <a:p>
            <a:endParaRPr lang="en-IN" sz="2000" dirty="0"/>
          </a:p>
          <a:p>
            <a:r>
              <a:rPr lang="en-IN" sz="2000" b="1" dirty="0"/>
              <a:t>Refinement Chat:</a:t>
            </a:r>
            <a:r>
              <a:rPr lang="en-IN" sz="2000" dirty="0"/>
              <a:t> Retains session memory for conversational follow-ups, allowing users to combine or pivot concepts. </a:t>
            </a:r>
          </a:p>
          <a:p>
            <a:endParaRPr lang="en-IN" sz="2000" dirty="0"/>
          </a:p>
          <a:p>
            <a:r>
              <a:rPr lang="en-IN" sz="2000" b="1" dirty="0"/>
              <a:t>IBM Cloud Infrastructure:</a:t>
            </a:r>
            <a:r>
              <a:rPr lang="en-IN" sz="2000" dirty="0"/>
              <a:t> Built on a secure Flask framework, fully containerized for deployment on </a:t>
            </a:r>
            <a:r>
              <a:rPr lang="en-IN" sz="2000" b="1" dirty="0"/>
              <a:t>IBM Cloud</a:t>
            </a:r>
            <a:r>
              <a:rPr lang="en-IN" sz="2000" dirty="0"/>
              <a:t> Code Engine.</a:t>
            </a:r>
          </a:p>
          <a:p>
            <a:pPr fontAlgn="base">
              <a:lnSpc>
                <a:spcPct val="150000"/>
              </a:lnSpc>
            </a:pPr>
            <a:br>
              <a:rPr lang="en-US" sz="2000" dirty="0"/>
            </a:br>
            <a:r>
              <a:rPr lang="en-US" sz="2000" dirty="0"/>
              <a:t> </a:t>
            </a:r>
          </a:p>
        </p:txBody>
      </p:sp>
      <p:sp>
        <p:nvSpPr>
          <p:cNvPr id="3" name="TextBox 2">
            <a:extLst>
              <a:ext uri="{FF2B5EF4-FFF2-40B4-BE49-F238E27FC236}">
                <a16:creationId xmlns:a16="http://schemas.microsoft.com/office/drawing/2014/main" id="{527F30CC-07EF-8FCC-DA00-C9212F5DAECE}"/>
              </a:ext>
            </a:extLst>
          </p:cNvPr>
          <p:cNvSpPr txBox="1"/>
          <p:nvPr/>
        </p:nvSpPr>
        <p:spPr>
          <a:xfrm>
            <a:off x="158538" y="203047"/>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381000" y="345532"/>
            <a:ext cx="7123176" cy="461665"/>
          </a:xfrm>
          <a:prstGeom prst="rect">
            <a:avLst/>
          </a:prstGeom>
          <a:noFill/>
        </p:spPr>
        <p:txBody>
          <a:bodyPr wrap="square" lIns="91440" tIns="45720" rIns="91440" bIns="45720" rtlCol="0" anchor="t">
            <a:spAutoFit/>
          </a:bodyPr>
          <a:lstStyle/>
          <a:p>
            <a:r>
              <a:rPr lang="en-US" sz="2400" b="1" dirty="0"/>
              <a:t>Technology Used -</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624840" y="695491"/>
            <a:ext cx="10515600" cy="5816977"/>
          </a:xfrm>
          <a:prstGeom prst="rect">
            <a:avLst/>
          </a:prstGeom>
          <a:noFill/>
        </p:spPr>
        <p:txBody>
          <a:bodyPr wrap="square" lIns="91440" tIns="45720" rIns="91440" bIns="45720" rtlCol="0" anchor="t">
            <a:spAutoFit/>
          </a:bodyPr>
          <a:lstStyle/>
          <a:p>
            <a:endParaRPr lang="en-US" sz="2400" dirty="0"/>
          </a:p>
          <a:p>
            <a:r>
              <a:rPr lang="en-IN" sz="2400" b="1" dirty="0"/>
              <a:t>Backend &amp; Framework:</a:t>
            </a:r>
            <a:r>
              <a:rPr lang="en-IN" sz="2400" dirty="0"/>
              <a:t> Python, Flask, </a:t>
            </a:r>
            <a:r>
              <a:rPr lang="en-IN" sz="2400" dirty="0" err="1"/>
              <a:t>Werkzeug</a:t>
            </a:r>
            <a:r>
              <a:rPr lang="en-IN" sz="2400" dirty="0"/>
              <a:t>, and Python-</a:t>
            </a:r>
            <a:r>
              <a:rPr lang="en-IN" sz="2400" dirty="0" err="1"/>
              <a:t>dotenv</a:t>
            </a:r>
            <a:r>
              <a:rPr lang="en-IN" sz="2400" dirty="0"/>
              <a:t>. </a:t>
            </a:r>
          </a:p>
          <a:p>
            <a:endParaRPr lang="en-IN" sz="2400" dirty="0"/>
          </a:p>
          <a:p>
            <a:r>
              <a:rPr lang="en-IN" sz="2400" b="1" dirty="0"/>
              <a:t>AI &amp; Cloud Layer:</a:t>
            </a:r>
            <a:r>
              <a:rPr lang="en-IN" sz="2400" dirty="0"/>
              <a:t> IBM Watsonx.ai SDK, IBM Granite (Granite-13b-insruct-v2), IBM Cloud (Code Engine), and IBM BOB. </a:t>
            </a:r>
          </a:p>
          <a:p>
            <a:endParaRPr lang="en-IN" sz="2400" dirty="0"/>
          </a:p>
          <a:p>
            <a:r>
              <a:rPr lang="en-IN" sz="2400" b="1" dirty="0"/>
              <a:t>Audio Processing:</a:t>
            </a:r>
            <a:r>
              <a:rPr lang="en-IN" sz="2400" dirty="0"/>
              <a:t> </a:t>
            </a:r>
            <a:r>
              <a:rPr lang="en-IN" sz="2400" dirty="0" err="1"/>
              <a:t>SpeechRecognition</a:t>
            </a:r>
            <a:r>
              <a:rPr lang="en-IN" sz="2400" dirty="0"/>
              <a:t> and </a:t>
            </a:r>
            <a:r>
              <a:rPr lang="en-IN" sz="2400" dirty="0" err="1"/>
              <a:t>Pydub</a:t>
            </a:r>
            <a:r>
              <a:rPr lang="en-IN" sz="2400" dirty="0"/>
              <a:t>.</a:t>
            </a:r>
          </a:p>
          <a:p>
            <a:endParaRPr lang="en-IN" sz="2400" dirty="0"/>
          </a:p>
          <a:p>
            <a:r>
              <a:rPr lang="en-IN" sz="2400" b="1" dirty="0"/>
              <a:t>Frontend &amp; Charts:</a:t>
            </a:r>
            <a:r>
              <a:rPr lang="en-IN" sz="2400" dirty="0"/>
              <a:t> HTML/CSS (Jinja2 Templates) and Chart.js quadrant visualization.</a:t>
            </a:r>
          </a:p>
          <a:p>
            <a:r>
              <a:rPr lang="en-IN" sz="2400" dirty="0"/>
              <a:t> </a:t>
            </a:r>
          </a:p>
          <a:p>
            <a:r>
              <a:rPr lang="en-IN" sz="2400" b="1" dirty="0"/>
              <a:t>Production Servers:</a:t>
            </a:r>
            <a:r>
              <a:rPr lang="en-IN" sz="2400" dirty="0"/>
              <a:t> Waitress and </a:t>
            </a:r>
            <a:r>
              <a:rPr lang="en-IN" sz="2400" dirty="0" err="1"/>
              <a:t>Gunicorn</a:t>
            </a:r>
            <a:r>
              <a:rPr lang="en-IN" sz="2400" dirty="0"/>
              <a:t> WSGI engines</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a:p>
            <a:endParaRPr lang="en-US" sz="1800" dirty="0"/>
          </a:p>
          <a:p>
            <a:endParaRPr lang="en-IN" sz="1800"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113C3-543E-08EE-0747-B9305763112E}"/>
              </a:ext>
            </a:extLst>
          </p:cNvPr>
          <p:cNvSpPr>
            <a:spLocks noGrp="1"/>
          </p:cNvSpPr>
          <p:nvPr>
            <p:ph type="title"/>
          </p:nvPr>
        </p:nvSpPr>
        <p:spPr>
          <a:xfrm>
            <a:off x="370840" y="259079"/>
            <a:ext cx="10515600" cy="559435"/>
          </a:xfrm>
        </p:spPr>
        <p:txBody>
          <a:bodyPr>
            <a:normAutofit/>
          </a:bodyPr>
          <a:lstStyle/>
          <a:p>
            <a:r>
              <a:rPr lang="en-US" sz="2800" dirty="0"/>
              <a:t>Home page of IBM cloud </a:t>
            </a:r>
            <a:endParaRPr lang="en-IN" sz="2800" dirty="0"/>
          </a:p>
        </p:txBody>
      </p:sp>
      <p:sp>
        <p:nvSpPr>
          <p:cNvPr id="3" name="Text Placeholder 2">
            <a:extLst>
              <a:ext uri="{FF2B5EF4-FFF2-40B4-BE49-F238E27FC236}">
                <a16:creationId xmlns:a16="http://schemas.microsoft.com/office/drawing/2014/main" id="{F1FB6075-ADB6-D24A-D269-157800B6D104}"/>
              </a:ext>
            </a:extLst>
          </p:cNvPr>
          <p:cNvSpPr>
            <a:spLocks noGrp="1"/>
          </p:cNvSpPr>
          <p:nvPr>
            <p:ph type="body" idx="1"/>
          </p:nvPr>
        </p:nvSpPr>
        <p:spPr>
          <a:xfrm>
            <a:off x="838200" y="901065"/>
            <a:ext cx="10515600" cy="4351338"/>
          </a:xfrm>
        </p:spPr>
        <p:txBody>
          <a:bodyPr/>
          <a:lstStyle/>
          <a:p>
            <a:endParaRPr lang="en-IN" dirty="0"/>
          </a:p>
        </p:txBody>
      </p:sp>
      <p:pic>
        <p:nvPicPr>
          <p:cNvPr id="5" name="Picture 4">
            <a:extLst>
              <a:ext uri="{FF2B5EF4-FFF2-40B4-BE49-F238E27FC236}">
                <a16:creationId xmlns:a16="http://schemas.microsoft.com/office/drawing/2014/main" id="{02EF60D8-0531-A883-B81C-3E6DA79B1E07}"/>
              </a:ext>
            </a:extLst>
          </p:cNvPr>
          <p:cNvPicPr>
            <a:picLocks noChangeAspect="1"/>
          </p:cNvPicPr>
          <p:nvPr/>
        </p:nvPicPr>
        <p:blipFill>
          <a:blip r:embed="rId2"/>
          <a:stretch>
            <a:fillRect/>
          </a:stretch>
        </p:blipFill>
        <p:spPr>
          <a:xfrm>
            <a:off x="660400" y="901065"/>
            <a:ext cx="10871200" cy="4566286"/>
          </a:xfrm>
          <a:prstGeom prst="rect">
            <a:avLst/>
          </a:prstGeom>
        </p:spPr>
      </p:pic>
    </p:spTree>
    <p:extLst>
      <p:ext uri="{BB962C8B-B14F-4D97-AF65-F5344CB8AC3E}">
        <p14:creationId xmlns:p14="http://schemas.microsoft.com/office/powerpoint/2010/main" val="21560656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0E5E0-391F-D507-9FB0-758403B5A440}"/>
              </a:ext>
            </a:extLst>
          </p:cNvPr>
          <p:cNvSpPr>
            <a:spLocks noGrp="1"/>
          </p:cNvSpPr>
          <p:nvPr>
            <p:ph type="title"/>
          </p:nvPr>
        </p:nvSpPr>
        <p:spPr>
          <a:xfrm>
            <a:off x="289560" y="447357"/>
            <a:ext cx="10515600" cy="751840"/>
          </a:xfrm>
        </p:spPr>
        <p:txBody>
          <a:bodyPr>
            <a:normAutofit/>
          </a:bodyPr>
          <a:lstStyle/>
          <a:p>
            <a:r>
              <a:rPr lang="en-US" sz="3200" dirty="0"/>
              <a:t>Coding Part of IBM Bob</a:t>
            </a:r>
            <a:endParaRPr lang="en-IN" sz="3200" dirty="0"/>
          </a:p>
        </p:txBody>
      </p:sp>
      <p:sp>
        <p:nvSpPr>
          <p:cNvPr id="3" name="Text Placeholder 2">
            <a:extLst>
              <a:ext uri="{FF2B5EF4-FFF2-40B4-BE49-F238E27FC236}">
                <a16:creationId xmlns:a16="http://schemas.microsoft.com/office/drawing/2014/main" id="{31C7718F-EE09-6CF6-F186-28DEE521245D}"/>
              </a:ext>
            </a:extLst>
          </p:cNvPr>
          <p:cNvSpPr>
            <a:spLocks noGrp="1"/>
          </p:cNvSpPr>
          <p:nvPr>
            <p:ph type="body" idx="1"/>
          </p:nvPr>
        </p:nvSpPr>
        <p:spPr>
          <a:xfrm>
            <a:off x="838200" y="1199197"/>
            <a:ext cx="10515600" cy="4351338"/>
          </a:xfrm>
        </p:spPr>
        <p:txBody>
          <a:bodyPr/>
          <a:lstStyle/>
          <a:p>
            <a:endParaRPr lang="en-IN" dirty="0"/>
          </a:p>
        </p:txBody>
      </p:sp>
      <p:pic>
        <p:nvPicPr>
          <p:cNvPr id="5" name="Picture 4">
            <a:extLst>
              <a:ext uri="{FF2B5EF4-FFF2-40B4-BE49-F238E27FC236}">
                <a16:creationId xmlns:a16="http://schemas.microsoft.com/office/drawing/2014/main" id="{C74E067E-F62C-F9BD-5696-A4CF74F8A6DD}"/>
              </a:ext>
            </a:extLst>
          </p:cNvPr>
          <p:cNvPicPr>
            <a:picLocks noChangeAspect="1"/>
          </p:cNvPicPr>
          <p:nvPr/>
        </p:nvPicPr>
        <p:blipFill>
          <a:blip r:embed="rId2"/>
          <a:stretch>
            <a:fillRect/>
          </a:stretch>
        </p:blipFill>
        <p:spPr>
          <a:xfrm>
            <a:off x="838200" y="1199197"/>
            <a:ext cx="10515600" cy="4835842"/>
          </a:xfrm>
          <a:prstGeom prst="rect">
            <a:avLst/>
          </a:prstGeom>
        </p:spPr>
      </p:pic>
    </p:spTree>
    <p:extLst>
      <p:ext uri="{BB962C8B-B14F-4D97-AF65-F5344CB8AC3E}">
        <p14:creationId xmlns:p14="http://schemas.microsoft.com/office/powerpoint/2010/main" val="34136094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FE182-454B-4F2C-5798-37EE29A48F81}"/>
              </a:ext>
            </a:extLst>
          </p:cNvPr>
          <p:cNvSpPr>
            <a:spLocks noGrp="1"/>
          </p:cNvSpPr>
          <p:nvPr>
            <p:ph type="title"/>
          </p:nvPr>
        </p:nvSpPr>
        <p:spPr>
          <a:xfrm>
            <a:off x="472440" y="340359"/>
            <a:ext cx="10515600" cy="681355"/>
          </a:xfrm>
        </p:spPr>
        <p:txBody>
          <a:bodyPr>
            <a:normAutofit/>
          </a:bodyPr>
          <a:lstStyle/>
          <a:p>
            <a:r>
              <a:rPr lang="en-US" sz="3200" dirty="0"/>
              <a:t>Local host of IBM Bob</a:t>
            </a:r>
            <a:endParaRPr lang="en-IN" sz="3200" dirty="0"/>
          </a:p>
        </p:txBody>
      </p:sp>
      <p:sp>
        <p:nvSpPr>
          <p:cNvPr id="3" name="Text Placeholder 2">
            <a:extLst>
              <a:ext uri="{FF2B5EF4-FFF2-40B4-BE49-F238E27FC236}">
                <a16:creationId xmlns:a16="http://schemas.microsoft.com/office/drawing/2014/main" id="{AFF510B6-614E-3E04-95C2-257F3DA5725C}"/>
              </a:ext>
            </a:extLst>
          </p:cNvPr>
          <p:cNvSpPr>
            <a:spLocks noGrp="1"/>
          </p:cNvSpPr>
          <p:nvPr>
            <p:ph type="body" idx="1"/>
          </p:nvPr>
        </p:nvSpPr>
        <p:spPr>
          <a:xfrm>
            <a:off x="838200" y="1021714"/>
            <a:ext cx="10515600" cy="4351338"/>
          </a:xfrm>
        </p:spPr>
        <p:txBody>
          <a:bodyPr/>
          <a:lstStyle/>
          <a:p>
            <a:endParaRPr lang="en-IN" dirty="0"/>
          </a:p>
        </p:txBody>
      </p:sp>
      <p:pic>
        <p:nvPicPr>
          <p:cNvPr id="5" name="Picture 4">
            <a:extLst>
              <a:ext uri="{FF2B5EF4-FFF2-40B4-BE49-F238E27FC236}">
                <a16:creationId xmlns:a16="http://schemas.microsoft.com/office/drawing/2014/main" id="{751E6719-4729-9263-ED91-0E903BC3B5C7}"/>
              </a:ext>
            </a:extLst>
          </p:cNvPr>
          <p:cNvPicPr>
            <a:picLocks noChangeAspect="1"/>
          </p:cNvPicPr>
          <p:nvPr/>
        </p:nvPicPr>
        <p:blipFill>
          <a:blip r:embed="rId2"/>
          <a:stretch>
            <a:fillRect/>
          </a:stretch>
        </p:blipFill>
        <p:spPr>
          <a:xfrm>
            <a:off x="683741" y="922294"/>
            <a:ext cx="10824518" cy="4782449"/>
          </a:xfrm>
          <a:prstGeom prst="rect">
            <a:avLst/>
          </a:prstGeom>
        </p:spPr>
      </p:pic>
    </p:spTree>
    <p:extLst>
      <p:ext uri="{BB962C8B-B14F-4D97-AF65-F5344CB8AC3E}">
        <p14:creationId xmlns:p14="http://schemas.microsoft.com/office/powerpoint/2010/main" val="11170129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348615" y="179921"/>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483870" y="870793"/>
            <a:ext cx="11224259" cy="4524315"/>
          </a:xfrm>
          <a:prstGeom prst="rect">
            <a:avLst/>
          </a:prstGeom>
          <a:noFill/>
        </p:spPr>
        <p:txBody>
          <a:bodyPr wrap="square" lIns="91440" tIns="45720" rIns="91440" bIns="45720" rtlCol="0" anchor="t">
            <a:spAutoFit/>
          </a:bodyPr>
          <a:lstStyle/>
          <a:p>
            <a:r>
              <a:rPr lang="en-IN" sz="2000" b="1" dirty="0"/>
              <a:t>Cross-Domain Knowledge Fusion:</a:t>
            </a:r>
            <a:r>
              <a:rPr lang="en-IN" sz="2000" dirty="0"/>
              <a:t> Merges text prompts, unstructured pasted trend data, speech notes, and rough sketches simultaneously into a singular context layer for target ideation.</a:t>
            </a:r>
          </a:p>
          <a:p>
            <a:endParaRPr lang="en-IN" sz="2000" dirty="0"/>
          </a:p>
          <a:p>
            <a:r>
              <a:rPr lang="en-IN" sz="2000" b="1" dirty="0"/>
              <a:t>Dynamic Parameterized Alignment:</a:t>
            </a:r>
            <a:r>
              <a:rPr lang="en-IN" sz="2000" dirty="0"/>
              <a:t> Allows real-time programmatic tuning over the agent's tone, focus domain, and a 1–10 creativity scale, balancing highly structured feasibility with market-disrupting concepts. </a:t>
            </a:r>
          </a:p>
          <a:p>
            <a:endParaRPr lang="en-IN" sz="2000" dirty="0"/>
          </a:p>
          <a:p>
            <a:r>
              <a:rPr lang="en-IN" sz="2000" b="1" dirty="0"/>
              <a:t>IBM BOB Automated Orchestration:</a:t>
            </a:r>
            <a:r>
              <a:rPr lang="en-IN" sz="2000" dirty="0"/>
              <a:t> Integrates a distinct engineering layer (</a:t>
            </a:r>
            <a:r>
              <a:rPr lang="en-IN" sz="2000" b="1" dirty="0"/>
              <a:t>IBM BOB</a:t>
            </a:r>
            <a:r>
              <a:rPr lang="en-IN" sz="2000" dirty="0"/>
              <a:t>) for backend validation, real-time analytics benchmarking, and evaluation optimization against pre-</a:t>
            </a:r>
            <a:r>
              <a:rPr lang="en-IN" sz="2000" dirty="0" err="1"/>
              <a:t>modeled</a:t>
            </a:r>
            <a:r>
              <a:rPr lang="en-IN" sz="2000" dirty="0"/>
              <a:t> market domains.</a:t>
            </a:r>
          </a:p>
          <a:p>
            <a:endParaRPr lang="en-IN" sz="2000" dirty="0"/>
          </a:p>
          <a:p>
            <a:r>
              <a:rPr lang="en-IN" sz="2000" b="1" dirty="0"/>
              <a:t>Predictive Metric Mapping:</a:t>
            </a:r>
            <a:r>
              <a:rPr lang="en-IN" sz="2000" dirty="0"/>
              <a:t> Instantly structures raw AI responses into standard JSON matrices, calculating explicit impact and feasibility indices visualized on an interactive quadrant dashboard. </a:t>
            </a:r>
          </a:p>
          <a:p>
            <a:endParaRPr lang="en-IN" sz="2800" b="1" dirty="0"/>
          </a:p>
        </p:txBody>
      </p:sp>
    </p:spTree>
    <p:extLst>
      <p:ext uri="{BB962C8B-B14F-4D97-AF65-F5344CB8AC3E}">
        <p14:creationId xmlns:p14="http://schemas.microsoft.com/office/powerpoint/2010/main" val="9179641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837724" y="41867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380649" y="1138204"/>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a:latin typeface="+mj-lt"/>
                <a:ea typeface="Times New Roman"/>
                <a:cs typeface="Times New Roman"/>
                <a:sym typeface="Times New Roman"/>
              </a:rPr>
              <a:t>LINK- https://github.com/Cyberoot-20/ibm-internship-project</a:t>
            </a:r>
            <a:endParaRPr lang="en-US" sz="1850" b="0" i="0" u="none" strike="noStrike" cap="none" dirty="0">
              <a:solidFill>
                <a:srgbClr val="000000"/>
              </a:solidFill>
              <a:latin typeface="+mj-lt"/>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571024" y="340246"/>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952262" y="1031251"/>
            <a:ext cx="10287476" cy="5223187"/>
          </a:xfrm>
          <a:prstGeom prst="rect">
            <a:avLst/>
          </a:prstGeom>
          <a:noFill/>
          <a:ln>
            <a:noFill/>
          </a:ln>
        </p:spPr>
        <p:txBody>
          <a:bodyPr spcFirstLastPara="1" wrap="square" lIns="0" tIns="0" rIns="0" bIns="0" anchor="t" anchorCtr="0">
            <a:noAutofit/>
          </a:bodyPr>
          <a:lstStyle/>
          <a:p>
            <a:r>
              <a:rPr lang="en-IN" sz="1800" b="1" dirty="0"/>
              <a:t>Advanced Computer Vision Processing:</a:t>
            </a:r>
            <a:r>
              <a:rPr lang="en-IN" sz="1800" dirty="0"/>
              <a:t> Upgrading from filename-based descriptions to fully integrated multimodal visual processing, allowing the model to interpret visual elements inside product sketches, flowcharts, and structural diagrams directly.</a:t>
            </a:r>
          </a:p>
          <a:p>
            <a:r>
              <a:rPr lang="en-IN" sz="1800" dirty="0"/>
              <a:t> </a:t>
            </a:r>
          </a:p>
          <a:p>
            <a:r>
              <a:rPr lang="en-IN" sz="1800" b="1" dirty="0"/>
              <a:t>Live Web Data Scraping:</a:t>
            </a:r>
            <a:r>
              <a:rPr lang="en-IN" sz="1800" dirty="0"/>
              <a:t> Implementing a dynamic context-gathering scraper to ingest trending topics from real-time global news feeds, academic papers, and social platforms automatically into the prompt pipeline.</a:t>
            </a:r>
          </a:p>
          <a:p>
            <a:endParaRPr lang="en-IN" sz="1800" dirty="0"/>
          </a:p>
          <a:p>
            <a:r>
              <a:rPr lang="en-IN" sz="1800" b="1" dirty="0"/>
              <a:t>Automated </a:t>
            </a:r>
            <a:r>
              <a:rPr lang="en-IN" sz="1800" b="1" dirty="0" err="1"/>
              <a:t>Mockup</a:t>
            </a:r>
            <a:r>
              <a:rPr lang="en-IN" sz="1800" b="1" dirty="0"/>
              <a:t> Generation:</a:t>
            </a:r>
            <a:r>
              <a:rPr lang="en-IN" sz="1800" dirty="0"/>
              <a:t> Extending the generation layer to automatically turn chosen business ideas into functional wireframes or code </a:t>
            </a:r>
            <a:r>
              <a:rPr lang="en-IN" sz="1800" dirty="0" err="1"/>
              <a:t>mockups</a:t>
            </a:r>
            <a:r>
              <a:rPr lang="en-IN" sz="1800" dirty="0"/>
              <a:t> using specialized design LLMs.</a:t>
            </a:r>
          </a:p>
          <a:p>
            <a:endParaRPr lang="en-IN" sz="1800" dirty="0"/>
          </a:p>
          <a:p>
            <a:r>
              <a:rPr lang="en-IN" sz="1800" b="1" dirty="0"/>
              <a:t>Advanced Predictive Scoring Models:</a:t>
            </a:r>
            <a:r>
              <a:rPr lang="en-IN" sz="1800" dirty="0"/>
              <a:t> Expanding the </a:t>
            </a:r>
            <a:r>
              <a:rPr lang="en-IN" sz="1800" b="1" dirty="0"/>
              <a:t>IBM BOB</a:t>
            </a:r>
            <a:r>
              <a:rPr lang="en-IN" sz="1800" dirty="0"/>
              <a:t> analytics layer to run deeper predictive financial risk simulations and market saturation calculations before scoring concepts.</a:t>
            </a:r>
          </a:p>
          <a:p>
            <a:endParaRPr lang="en-IN" sz="1800" dirty="0"/>
          </a:p>
          <a:p>
            <a:r>
              <a:rPr lang="en-IN" sz="1800" b="1" dirty="0"/>
              <a:t>Multi-Agent Collaborative Brainstorming:</a:t>
            </a:r>
            <a:r>
              <a:rPr lang="en-IN" sz="1800" dirty="0"/>
              <a:t> Creating a multi-agent framework where specialized AI personas (e.g., an AI CFO, an AI Marketer, and an AI Developer) debate and refine ideas collaboratively before delivering them to the user dashboard.</a:t>
            </a:r>
          </a:p>
          <a:p>
            <a:pPr marL="0" marR="0" lvl="0" indent="0" algn="l">
              <a:lnSpc>
                <a:spcPct val="150000"/>
              </a:lnSpc>
              <a:spcBef>
                <a:spcPts val="0"/>
              </a:spcBef>
              <a:spcAft>
                <a:spcPts val="0"/>
              </a:spcAft>
              <a:buSzPts val="1850"/>
              <a:buFont typeface="Times New Roman"/>
              <a:buNone/>
            </a:pPr>
            <a:endParaRPr lang="en-US" sz="2400" b="1" dirty="0">
              <a:solidFill>
                <a:srgbClr val="2B3541"/>
              </a:solidFill>
              <a:latin typeface="Times New Roman"/>
              <a:cs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Certificates Earned:</a:t>
            </a:r>
          </a:p>
          <a:p>
            <a:pPr algn="ctr"/>
            <a:endParaRPr lang="en-US" dirty="0"/>
          </a:p>
        </p:txBody>
      </p:sp>
      <p:sp>
        <p:nvSpPr>
          <p:cNvPr id="3" name="TextBox 2">
            <a:extLst>
              <a:ext uri="{FF2B5EF4-FFF2-40B4-BE49-F238E27FC236}">
                <a16:creationId xmlns:a16="http://schemas.microsoft.com/office/drawing/2014/main" id="{4837D5EE-379B-FDC5-0854-8AC81D31FADF}"/>
              </a:ext>
            </a:extLst>
          </p:cNvPr>
          <p:cNvSpPr txBox="1"/>
          <p:nvPr/>
        </p:nvSpPr>
        <p:spPr>
          <a:xfrm>
            <a:off x="713973" y="668588"/>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Please  add your </a:t>
            </a:r>
            <a:r>
              <a:rPr lang="en-US" sz="2800" b="1" dirty="0" err="1"/>
              <a:t>credly</a:t>
            </a:r>
            <a:r>
              <a:rPr lang="en-US" sz="2800" b="1" dirty="0"/>
              <a:t> certificate </a:t>
            </a:r>
          </a:p>
        </p:txBody>
      </p:sp>
      <p:pic>
        <p:nvPicPr>
          <p:cNvPr id="8" name="Picture 7">
            <a:extLst>
              <a:ext uri="{FF2B5EF4-FFF2-40B4-BE49-F238E27FC236}">
                <a16:creationId xmlns:a16="http://schemas.microsoft.com/office/drawing/2014/main" id="{16AD34FE-2BB7-2666-82DD-E2CDA7A7D548}"/>
              </a:ext>
            </a:extLst>
          </p:cNvPr>
          <p:cNvPicPr>
            <a:picLocks noChangeAspect="1"/>
          </p:cNvPicPr>
          <p:nvPr/>
        </p:nvPicPr>
        <p:blipFill>
          <a:blip r:embed="rId2"/>
          <a:stretch>
            <a:fillRect/>
          </a:stretch>
        </p:blipFill>
        <p:spPr>
          <a:xfrm>
            <a:off x="2463054" y="1419225"/>
            <a:ext cx="6547596" cy="4927830"/>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F9EFCE45-F428-848F-8DC9-03A8373A1FA2}"/>
              </a:ext>
            </a:extLst>
          </p:cNvPr>
          <p:cNvPicPr>
            <a:picLocks noChangeAspect="1"/>
          </p:cNvPicPr>
          <p:nvPr/>
        </p:nvPicPr>
        <p:blipFill>
          <a:blip r:embed="rId2"/>
          <a:stretch>
            <a:fillRect/>
          </a:stretch>
        </p:blipFill>
        <p:spPr>
          <a:xfrm>
            <a:off x="2162047" y="1362075"/>
            <a:ext cx="8221297" cy="5133975"/>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837</Words>
  <Application>Microsoft Office PowerPoint</Application>
  <PresentationFormat>Widescreen</PresentationFormat>
  <Paragraphs>82</Paragraphs>
  <Slides>14</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Home page of IBM cloud </vt:lpstr>
      <vt:lpstr>Coding Part of IBM Bob</vt:lpstr>
      <vt:lpstr>Local host of IBM Bob</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KARTHIKEYAN A S</cp:lastModifiedBy>
  <cp:revision>2</cp:revision>
  <dcterms:created xsi:type="dcterms:W3CDTF">2025-07-08T05:06:56Z</dcterms:created>
  <dcterms:modified xsi:type="dcterms:W3CDTF">2026-07-02T18:40:00Z</dcterms:modified>
</cp:coreProperties>
</file>